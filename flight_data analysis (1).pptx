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4" r:id="rId5"/>
    <p:sldId id="269" r:id="rId6"/>
    <p:sldId id="276" r:id="rId7"/>
    <p:sldId id="277" r:id="rId8"/>
    <p:sldId id="266" r:id="rId9"/>
    <p:sldId id="267" r:id="rId10"/>
    <p:sldId id="268" r:id="rId11"/>
    <p:sldId id="270" r:id="rId12"/>
    <p:sldId id="280" r:id="rId13"/>
    <p:sldId id="271" r:id="rId14"/>
    <p:sldId id="272" r:id="rId15"/>
    <p:sldId id="279" r:id="rId16"/>
    <p:sldId id="273" r:id="rId17"/>
    <p:sldId id="282" r:id="rId18"/>
    <p:sldId id="264" r:id="rId19"/>
    <p:sldId id="262" r:id="rId20"/>
    <p:sldId id="259" r:id="rId21"/>
  </p:sldIdLst>
  <p:sldSz cx="12192000" cy="6858000"/>
  <p:notesSz cx="6858000" cy="9144000"/>
  <p:embeddedFontLst>
    <p:embeddedFont>
      <p:font typeface="Libre Baskerville" panose="020B0604020202020204" charset="0"/>
      <p:regular r:id="rId23"/>
      <p:bold r:id="rId24"/>
      <p: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Lato Black" panose="020B0604020202020204" charset="0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129CAB-A66C-459D-9275-874A0E269F8B}" v="145" dt="2025-09-02T20:20:39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721" autoAdjust="0"/>
  </p:normalViewPr>
  <p:slideViewPr>
    <p:cSldViewPr snapToGrid="0">
      <p:cViewPr>
        <p:scale>
          <a:sx n="50" d="100"/>
          <a:sy n="50" d="100"/>
        </p:scale>
        <p:origin x="1906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varma" userId="56997086d4a782bb" providerId="LiveId" clId="{572966F6-73E6-4C25-B21E-1D7FB981DD05}"/>
    <pc:docChg chg="undo custSel modSld">
      <pc:chgData name="chandra varma" userId="56997086d4a782bb" providerId="LiveId" clId="{572966F6-73E6-4C25-B21E-1D7FB981DD05}" dt="2025-08-19T17:54:17.999" v="348" actId="1076"/>
      <pc:docMkLst>
        <pc:docMk/>
      </pc:docMkLst>
      <pc:sldChg chg="modSp mod">
        <pc:chgData name="chandra varma" userId="56997086d4a782bb" providerId="LiveId" clId="{572966F6-73E6-4C25-B21E-1D7FB981DD05}" dt="2025-08-19T17:50:04.790" v="332" actId="14100"/>
        <pc:sldMkLst>
          <pc:docMk/>
          <pc:sldMk cId="0" sldId="256"/>
        </pc:sldMkLst>
        <pc:spChg chg="mod">
          <ac:chgData name="chandra varma" userId="56997086d4a782bb" providerId="LiveId" clId="{572966F6-73E6-4C25-B21E-1D7FB981DD05}" dt="2025-08-19T17:49:10.638" v="327" actId="255"/>
          <ac:spMkLst>
            <pc:docMk/>
            <pc:sldMk cId="0" sldId="256"/>
            <ac:spMk id="8" creationId="{BD764EA9-E3B5-CA38-08B7-17AECC588565}"/>
          </ac:spMkLst>
        </pc:spChg>
        <pc:spChg chg="mod">
          <ac:chgData name="chandra varma" userId="56997086d4a782bb" providerId="LiveId" clId="{572966F6-73E6-4C25-B21E-1D7FB981DD05}" dt="2025-08-19T17:50:04.790" v="332" actId="14100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chandra varma" userId="56997086d4a782bb" providerId="LiveId" clId="{572966F6-73E6-4C25-B21E-1D7FB981DD05}" dt="2025-08-19T17:49:36.250" v="329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chandra varma" userId="56997086d4a782bb" providerId="LiveId" clId="{572966F6-73E6-4C25-B21E-1D7FB981DD05}" dt="2025-08-19T17:48:46.010" v="326" actId="255"/>
        <pc:sldMkLst>
          <pc:docMk/>
          <pc:sldMk cId="0" sldId="257"/>
        </pc:sldMkLst>
        <pc:spChg chg="mod">
          <ac:chgData name="chandra varma" userId="56997086d4a782bb" providerId="LiveId" clId="{572966F6-73E6-4C25-B21E-1D7FB981DD05}" dt="2025-08-19T17:48:46.010" v="326" actId="255"/>
          <ac:spMkLst>
            <pc:docMk/>
            <pc:sldMk cId="0" sldId="257"/>
            <ac:spMk id="4" creationId="{CFC84115-9CD4-2B84-C0DA-442979E755B8}"/>
          </ac:spMkLst>
        </pc:spChg>
        <pc:spChg chg="mod">
          <ac:chgData name="chandra varma" userId="56997086d4a782bb" providerId="LiveId" clId="{572966F6-73E6-4C25-B21E-1D7FB981DD05}" dt="2025-08-19T17:48:32.020" v="325" actId="20577"/>
          <ac:spMkLst>
            <pc:docMk/>
            <pc:sldMk cId="0" sldId="257"/>
            <ac:spMk id="5" creationId="{FCE4DB11-159A-5FCA-DCCC-2F9137531C80}"/>
          </ac:spMkLst>
        </pc:spChg>
        <pc:spChg chg="mod">
          <ac:chgData name="chandra varma" userId="56997086d4a782bb" providerId="LiveId" clId="{572966F6-73E6-4C25-B21E-1D7FB981DD05}" dt="2025-08-19T17:18:40.817" v="158" actId="255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chandra varma" userId="56997086d4a782bb" providerId="LiveId" clId="{572966F6-73E6-4C25-B21E-1D7FB981DD05}" dt="2025-08-19T17:16:17.827" v="140" actId="255"/>
          <ac:spMkLst>
            <pc:docMk/>
            <pc:sldMk cId="0" sldId="257"/>
            <ac:spMk id="105" creationId="{00000000-0000-0000-0000-000000000000}"/>
          </ac:spMkLst>
        </pc:spChg>
      </pc:sldChg>
      <pc:sldChg chg="addSp modSp mod">
        <pc:chgData name="chandra varma" userId="56997086d4a782bb" providerId="LiveId" clId="{572966F6-73E6-4C25-B21E-1D7FB981DD05}" dt="2025-08-19T17:23:40.871" v="196" actId="20577"/>
        <pc:sldMkLst>
          <pc:docMk/>
          <pc:sldMk cId="0" sldId="258"/>
        </pc:sldMkLst>
        <pc:spChg chg="mod">
          <ac:chgData name="chandra varma" userId="56997086d4a782bb" providerId="LiveId" clId="{572966F6-73E6-4C25-B21E-1D7FB981DD05}" dt="2025-08-19T17:20:48.948" v="168" actId="20577"/>
          <ac:spMkLst>
            <pc:docMk/>
            <pc:sldMk cId="0" sldId="258"/>
            <ac:spMk id="3" creationId="{2656B3FD-FDC1-0E48-CCF6-590FCD7E58F4}"/>
          </ac:spMkLst>
        </pc:spChg>
        <pc:spChg chg="add mod">
          <ac:chgData name="chandra varma" userId="56997086d4a782bb" providerId="LiveId" clId="{572966F6-73E6-4C25-B21E-1D7FB981DD05}" dt="2025-08-19T17:23:40.871" v="196" actId="20577"/>
          <ac:spMkLst>
            <pc:docMk/>
            <pc:sldMk cId="0" sldId="258"/>
            <ac:spMk id="4" creationId="{C97BB794-C021-8435-9AAC-9E8BCCE0DCD0}"/>
          </ac:spMkLst>
        </pc:spChg>
        <pc:spChg chg="mod">
          <ac:chgData name="chandra varma" userId="56997086d4a782bb" providerId="LiveId" clId="{572966F6-73E6-4C25-B21E-1D7FB981DD05}" dt="2025-08-19T17:22:40.127" v="182" actId="1076"/>
          <ac:spMkLst>
            <pc:docMk/>
            <pc:sldMk cId="0" sldId="258"/>
            <ac:spMk id="110" creationId="{00000000-0000-0000-0000-000000000000}"/>
          </ac:spMkLst>
        </pc:spChg>
      </pc:sldChg>
      <pc:sldChg chg="addSp delSp modSp mod">
        <pc:chgData name="chandra varma" userId="56997086d4a782bb" providerId="LiveId" clId="{572966F6-73E6-4C25-B21E-1D7FB981DD05}" dt="2025-08-19T17:53:04.387" v="342" actId="12385"/>
        <pc:sldMkLst>
          <pc:docMk/>
          <pc:sldMk cId="2012393172" sldId="260"/>
        </pc:sldMkLst>
        <pc:spChg chg="mod">
          <ac:chgData name="chandra varma" userId="56997086d4a782bb" providerId="LiveId" clId="{572966F6-73E6-4C25-B21E-1D7FB981DD05}" dt="2025-08-19T17:31:18.124" v="224" actId="255"/>
          <ac:spMkLst>
            <pc:docMk/>
            <pc:sldMk cId="2012393172" sldId="260"/>
            <ac:spMk id="8" creationId="{A52CBCEC-609C-1880-0090-8B2795CC882C}"/>
          </ac:spMkLst>
        </pc:spChg>
        <pc:graphicFrameChg chg="add mod modGraphic">
          <ac:chgData name="chandra varma" userId="56997086d4a782bb" providerId="LiveId" clId="{572966F6-73E6-4C25-B21E-1D7FB981DD05}" dt="2025-08-19T17:53:04.387" v="342" actId="12385"/>
          <ac:graphicFrameMkLst>
            <pc:docMk/>
            <pc:sldMk cId="2012393172" sldId="260"/>
            <ac:graphicFrameMk id="2" creationId="{D95A1F70-DAEC-D7BB-3D9D-A6930E8718B5}"/>
          </ac:graphicFrameMkLst>
        </pc:graphicFrameChg>
      </pc:sldChg>
      <pc:sldChg chg="addSp delSp modSp mod">
        <pc:chgData name="chandra varma" userId="56997086d4a782bb" providerId="LiveId" clId="{572966F6-73E6-4C25-B21E-1D7FB981DD05}" dt="2025-08-19T17:43:11.706" v="300" actId="255"/>
        <pc:sldMkLst>
          <pc:docMk/>
          <pc:sldMk cId="3062483909" sldId="261"/>
        </pc:sldMkLst>
        <pc:spChg chg="add mod">
          <ac:chgData name="chandra varma" userId="56997086d4a782bb" providerId="LiveId" clId="{572966F6-73E6-4C25-B21E-1D7FB981DD05}" dt="2025-08-19T17:43:11.706" v="300" actId="255"/>
          <ac:spMkLst>
            <pc:docMk/>
            <pc:sldMk cId="3062483909" sldId="261"/>
            <ac:spMk id="2" creationId="{907EB41C-BF35-518B-A3F5-139E4F1C00A7}"/>
          </ac:spMkLst>
        </pc:spChg>
        <pc:spChg chg="mod">
          <ac:chgData name="chandra varma" userId="56997086d4a782bb" providerId="LiveId" clId="{572966F6-73E6-4C25-B21E-1D7FB981DD05}" dt="2025-08-19T17:42:33.994" v="299" actId="255"/>
          <ac:spMkLst>
            <pc:docMk/>
            <pc:sldMk cId="3062483909" sldId="261"/>
            <ac:spMk id="7" creationId="{1EA8A01A-A6A5-557B-4D26-338E0E39310E}"/>
          </ac:spMkLst>
        </pc:spChg>
      </pc:sldChg>
      <pc:sldChg chg="addSp delSp modSp mod">
        <pc:chgData name="chandra varma" userId="56997086d4a782bb" providerId="LiveId" clId="{572966F6-73E6-4C25-B21E-1D7FB981DD05}" dt="2025-08-19T17:48:07.292" v="324" actId="255"/>
        <pc:sldMkLst>
          <pc:docMk/>
          <pc:sldMk cId="3635556472" sldId="262"/>
        </pc:sldMkLst>
        <pc:spChg chg="mod">
          <ac:chgData name="chandra varma" userId="56997086d4a782bb" providerId="LiveId" clId="{572966F6-73E6-4C25-B21E-1D7FB981DD05}" dt="2025-08-19T17:48:07.292" v="324" actId="255"/>
          <ac:spMkLst>
            <pc:docMk/>
            <pc:sldMk cId="3635556472" sldId="262"/>
            <ac:spMk id="2" creationId="{2C2268E8-E2D9-8CFC-1310-8F442C373E3B}"/>
          </ac:spMkLst>
        </pc:spChg>
        <pc:spChg chg="add mod">
          <ac:chgData name="chandra varma" userId="56997086d4a782bb" providerId="LiveId" clId="{572966F6-73E6-4C25-B21E-1D7FB981DD05}" dt="2025-08-19T17:47:57.507" v="323" actId="255"/>
          <ac:spMkLst>
            <pc:docMk/>
            <pc:sldMk cId="3635556472" sldId="262"/>
            <ac:spMk id="4" creationId="{C6D0F849-5804-EDAD-1738-9B58D4F09308}"/>
          </ac:spMkLst>
        </pc:spChg>
      </pc:sldChg>
      <pc:sldChg chg="modSp mod">
        <pc:chgData name="chandra varma" userId="56997086d4a782bb" providerId="LiveId" clId="{572966F6-73E6-4C25-B21E-1D7FB981DD05}" dt="2025-08-19T17:54:17.999" v="348" actId="1076"/>
        <pc:sldMkLst>
          <pc:docMk/>
          <pc:sldMk cId="3729118141" sldId="263"/>
        </pc:sldMkLst>
      </pc:sldChg>
      <pc:sldChg chg="addSp delSp modSp mod">
        <pc:chgData name="chandra varma" userId="56997086d4a782bb" providerId="LiveId" clId="{572966F6-73E6-4C25-B21E-1D7FB981DD05}" dt="2025-08-19T17:45:26.256" v="311" actId="14100"/>
        <pc:sldMkLst>
          <pc:docMk/>
          <pc:sldMk cId="2394940718" sldId="264"/>
        </pc:sldMkLst>
        <pc:spChg chg="mod">
          <ac:chgData name="chandra varma" userId="56997086d4a782bb" providerId="LiveId" clId="{572966F6-73E6-4C25-B21E-1D7FB981DD05}" dt="2025-08-19T17:45:26.256" v="311" actId="14100"/>
          <ac:spMkLst>
            <pc:docMk/>
            <pc:sldMk cId="2394940718" sldId="264"/>
            <ac:spMk id="2" creationId="{023DC65F-089E-5CDF-17BA-3958554D04A0}"/>
          </ac:spMkLst>
        </pc:spChg>
        <pc:spChg chg="add mod">
          <ac:chgData name="chandra varma" userId="56997086d4a782bb" providerId="LiveId" clId="{572966F6-73E6-4C25-B21E-1D7FB981DD05}" dt="2025-08-19T17:45:15.557" v="310" actId="20577"/>
          <ac:spMkLst>
            <pc:docMk/>
            <pc:sldMk cId="2394940718" sldId="264"/>
            <ac:spMk id="5" creationId="{7E8E0875-59D9-11CA-F3F8-8C8866CDA950}"/>
          </ac:spMkLst>
        </pc:spChg>
      </pc:sldChg>
    </pc:docChg>
  </pc:docChgLst>
  <pc:docChgLst>
    <pc:chgData name="chandra varma" userId="56997086d4a782bb" providerId="LiveId" clId="{4B58ECD2-30D5-4669-B1B5-5761DB711AE7}"/>
    <pc:docChg chg="undo custSel addSld delSld modSld sldOrd">
      <pc:chgData name="chandra varma" userId="56997086d4a782bb" providerId="LiveId" clId="{4B58ECD2-30D5-4669-B1B5-5761DB711AE7}" dt="2025-09-03T16:30:31.135" v="1024" actId="2696"/>
      <pc:docMkLst>
        <pc:docMk/>
      </pc:docMkLst>
      <pc:sldChg chg="modSp mod">
        <pc:chgData name="chandra varma" userId="56997086d4a782bb" providerId="LiveId" clId="{4B58ECD2-30D5-4669-B1B5-5761DB711AE7}" dt="2025-09-02T20:25:58.427" v="1018" actId="1035"/>
        <pc:sldMkLst>
          <pc:docMk/>
          <pc:sldMk cId="0" sldId="259"/>
        </pc:sldMkLst>
        <pc:spChg chg="mod">
          <ac:chgData name="chandra varma" userId="56997086d4a782bb" providerId="LiveId" clId="{4B58ECD2-30D5-4669-B1B5-5761DB711AE7}" dt="2025-09-02T20:25:58.427" v="1018" actId="1035"/>
          <ac:spMkLst>
            <pc:docMk/>
            <pc:sldMk cId="0" sldId="259"/>
            <ac:spMk id="117" creationId="{00000000-0000-0000-0000-000000000000}"/>
          </ac:spMkLst>
        </pc:spChg>
        <pc:picChg chg="mod">
          <ac:chgData name="chandra varma" userId="56997086d4a782bb" providerId="LiveId" clId="{4B58ECD2-30D5-4669-B1B5-5761DB711AE7}" dt="2025-09-02T20:25:56.078" v="1017" actId="1035"/>
          <ac:picMkLst>
            <pc:docMk/>
            <pc:sldMk cId="0" sldId="259"/>
            <ac:picMk id="116" creationId="{00000000-0000-0000-0000-000000000000}"/>
          </ac:picMkLst>
        </pc:picChg>
      </pc:sldChg>
      <pc:sldChg chg="modSp mod">
        <pc:chgData name="chandra varma" userId="56997086d4a782bb" providerId="LiveId" clId="{4B58ECD2-30D5-4669-B1B5-5761DB711AE7}" dt="2025-09-03T08:54:03.219" v="1023" actId="1037"/>
        <pc:sldMkLst>
          <pc:docMk/>
          <pc:sldMk cId="2012393172" sldId="260"/>
        </pc:sldMkLst>
        <pc:spChg chg="mod">
          <ac:chgData name="chandra varma" userId="56997086d4a782bb" providerId="LiveId" clId="{4B58ECD2-30D5-4669-B1B5-5761DB711AE7}" dt="2025-09-02T19:21:08.957" v="469" actId="11"/>
          <ac:spMkLst>
            <pc:docMk/>
            <pc:sldMk cId="2012393172" sldId="260"/>
            <ac:spMk id="8" creationId="{A52CBCEC-609C-1880-0090-8B2795CC882C}"/>
          </ac:spMkLst>
        </pc:spChg>
        <pc:graphicFrameChg chg="mod modGraphic">
          <ac:chgData name="chandra varma" userId="56997086d4a782bb" providerId="LiveId" clId="{4B58ECD2-30D5-4669-B1B5-5761DB711AE7}" dt="2025-09-03T08:54:03.219" v="1023" actId="1037"/>
          <ac:graphicFrameMkLst>
            <pc:docMk/>
            <pc:sldMk cId="2012393172" sldId="260"/>
            <ac:graphicFrameMk id="2" creationId="{D95A1F70-DAEC-D7BB-3D9D-A6930E8718B5}"/>
          </ac:graphicFrameMkLst>
        </pc:graphicFrameChg>
      </pc:sldChg>
      <pc:sldChg chg="del">
        <pc:chgData name="chandra varma" userId="56997086d4a782bb" providerId="LiveId" clId="{4B58ECD2-30D5-4669-B1B5-5761DB711AE7}" dt="2025-09-03T16:30:31.135" v="1024" actId="2696"/>
        <pc:sldMkLst>
          <pc:docMk/>
          <pc:sldMk cId="3729118141" sldId="263"/>
        </pc:sldMkLst>
      </pc:sldChg>
      <pc:sldChg chg="new del ord">
        <pc:chgData name="chandra varma" userId="56997086d4a782bb" providerId="LiveId" clId="{4B58ECD2-30D5-4669-B1B5-5761DB711AE7}" dt="2025-09-02T17:09:43.457" v="3" actId="47"/>
        <pc:sldMkLst>
          <pc:docMk/>
          <pc:sldMk cId="373929872" sldId="265"/>
        </pc:sldMkLst>
      </pc:sldChg>
      <pc:sldChg chg="addSp modSp new del mod">
        <pc:chgData name="chandra varma" userId="56997086d4a782bb" providerId="LiveId" clId="{4B58ECD2-30D5-4669-B1B5-5761DB711AE7}" dt="2025-09-02T17:54:54.822" v="275" actId="47"/>
        <pc:sldMkLst>
          <pc:docMk/>
          <pc:sldMk cId="2157441891" sldId="265"/>
        </pc:sldMkLst>
        <pc:spChg chg="mod">
          <ac:chgData name="chandra varma" userId="56997086d4a782bb" providerId="LiveId" clId="{4B58ECD2-30D5-4669-B1B5-5761DB711AE7}" dt="2025-09-02T17:31:49.526" v="53" actId="113"/>
          <ac:spMkLst>
            <pc:docMk/>
            <pc:sldMk cId="2157441891" sldId="265"/>
            <ac:spMk id="2" creationId="{5F11E67E-405B-69D4-A3CE-6AD8BAA27FAD}"/>
          </ac:spMkLst>
        </pc:spChg>
        <pc:spChg chg="mod">
          <ac:chgData name="chandra varma" userId="56997086d4a782bb" providerId="LiveId" clId="{4B58ECD2-30D5-4669-B1B5-5761DB711AE7}" dt="2025-09-02T17:36:55.528" v="142" actId="20577"/>
          <ac:spMkLst>
            <pc:docMk/>
            <pc:sldMk cId="2157441891" sldId="265"/>
            <ac:spMk id="3" creationId="{7CDD18A3-57CC-CD19-8303-880A9A24E545}"/>
          </ac:spMkLst>
        </pc:spChg>
        <pc:spChg chg="add">
          <ac:chgData name="chandra varma" userId="56997086d4a782bb" providerId="LiveId" clId="{4B58ECD2-30D5-4669-B1B5-5761DB711AE7}" dt="2025-09-02T17:33:46.139" v="100"/>
          <ac:spMkLst>
            <pc:docMk/>
            <pc:sldMk cId="2157441891" sldId="265"/>
            <ac:spMk id="5" creationId="{6754166F-8A13-07CB-73FC-B310522DC418}"/>
          </ac:spMkLst>
        </pc:spChg>
        <pc:spChg chg="add mod">
          <ac:chgData name="chandra varma" userId="56997086d4a782bb" providerId="LiveId" clId="{4B58ECD2-30D5-4669-B1B5-5761DB711AE7}" dt="2025-09-02T17:33:51.256" v="102"/>
          <ac:spMkLst>
            <pc:docMk/>
            <pc:sldMk cId="2157441891" sldId="265"/>
            <ac:spMk id="6" creationId="{C16C6D19-01DF-6EC2-6A68-225BBF6B3340}"/>
          </ac:spMkLst>
        </pc:spChg>
        <pc:spChg chg="add mod">
          <ac:chgData name="chandra varma" userId="56997086d4a782bb" providerId="LiveId" clId="{4B58ECD2-30D5-4669-B1B5-5761DB711AE7}" dt="2025-09-02T17:37:02.708" v="143" actId="1076"/>
          <ac:spMkLst>
            <pc:docMk/>
            <pc:sldMk cId="2157441891" sldId="265"/>
            <ac:spMk id="7" creationId="{BB30AD41-9F69-5292-80E8-7B8D10B7FDA7}"/>
          </ac:spMkLst>
        </pc:spChg>
        <pc:graphicFrameChg chg="add mod">
          <ac:chgData name="chandra varma" userId="56997086d4a782bb" providerId="LiveId" clId="{4B58ECD2-30D5-4669-B1B5-5761DB711AE7}" dt="2025-09-02T17:28:49.473" v="12"/>
          <ac:graphicFrameMkLst>
            <pc:docMk/>
            <pc:sldMk cId="2157441891" sldId="265"/>
            <ac:graphicFrameMk id="4" creationId="{83CCA244-F4DA-0028-88A0-75A0E9552D4B}"/>
          </ac:graphicFrameMkLst>
        </pc:graphicFrameChg>
      </pc:sldChg>
      <pc:sldChg chg="addSp delSp modSp new mod">
        <pc:chgData name="chandra varma" userId="56997086d4a782bb" providerId="LiveId" clId="{4B58ECD2-30D5-4669-B1B5-5761DB711AE7}" dt="2025-09-02T19:29:49.196" v="505" actId="1076"/>
        <pc:sldMkLst>
          <pc:docMk/>
          <pc:sldMk cId="2616107683" sldId="266"/>
        </pc:sldMkLst>
        <pc:spChg chg="add del mod">
          <ac:chgData name="chandra varma" userId="56997086d4a782bb" providerId="LiveId" clId="{4B58ECD2-30D5-4669-B1B5-5761DB711AE7}" dt="2025-09-02T17:39:42.025" v="149"/>
          <ac:spMkLst>
            <pc:docMk/>
            <pc:sldMk cId="2616107683" sldId="266"/>
            <ac:spMk id="2" creationId="{2D41CC4F-E35C-4968-4739-8B827E14D09C}"/>
          </ac:spMkLst>
        </pc:spChg>
        <pc:spChg chg="add del mod">
          <ac:chgData name="chandra varma" userId="56997086d4a782bb" providerId="LiveId" clId="{4B58ECD2-30D5-4669-B1B5-5761DB711AE7}" dt="2025-09-02T17:40:26.909" v="153"/>
          <ac:spMkLst>
            <pc:docMk/>
            <pc:sldMk cId="2616107683" sldId="266"/>
            <ac:spMk id="4" creationId="{CAC8D919-2925-8C4E-F48F-0095F4B16943}"/>
          </ac:spMkLst>
        </pc:spChg>
        <pc:spChg chg="add del mod">
          <ac:chgData name="chandra varma" userId="56997086d4a782bb" providerId="LiveId" clId="{4B58ECD2-30D5-4669-B1B5-5761DB711AE7}" dt="2025-09-02T17:40:47.617" v="157" actId="478"/>
          <ac:spMkLst>
            <pc:docMk/>
            <pc:sldMk cId="2616107683" sldId="266"/>
            <ac:spMk id="6" creationId="{B64DD703-FBD1-B3CF-AC79-960F0CC6759B}"/>
          </ac:spMkLst>
        </pc:spChg>
        <pc:spChg chg="add del mod">
          <ac:chgData name="chandra varma" userId="56997086d4a782bb" providerId="LiveId" clId="{4B58ECD2-30D5-4669-B1B5-5761DB711AE7}" dt="2025-09-02T17:42:08.296" v="167" actId="11529"/>
          <ac:spMkLst>
            <pc:docMk/>
            <pc:sldMk cId="2616107683" sldId="266"/>
            <ac:spMk id="7" creationId="{82ECC16E-5D9C-A7A0-0E37-2FA9429E07D6}"/>
          </ac:spMkLst>
        </pc:spChg>
        <pc:spChg chg="add del mod">
          <ac:chgData name="chandra varma" userId="56997086d4a782bb" providerId="LiveId" clId="{4B58ECD2-30D5-4669-B1B5-5761DB711AE7}" dt="2025-09-02T17:42:49.579" v="178" actId="478"/>
          <ac:spMkLst>
            <pc:docMk/>
            <pc:sldMk cId="2616107683" sldId="266"/>
            <ac:spMk id="8" creationId="{8FE2EF27-F43B-3B10-2D97-FF68FBC88495}"/>
          </ac:spMkLst>
        </pc:spChg>
        <pc:spChg chg="add del mod">
          <ac:chgData name="chandra varma" userId="56997086d4a782bb" providerId="LiveId" clId="{4B58ECD2-30D5-4669-B1B5-5761DB711AE7}" dt="2025-09-02T17:42:44.909" v="177"/>
          <ac:spMkLst>
            <pc:docMk/>
            <pc:sldMk cId="2616107683" sldId="266"/>
            <ac:spMk id="9" creationId="{C9F91387-ED82-332D-8DF8-A91C8265AFC6}"/>
          </ac:spMkLst>
        </pc:spChg>
        <pc:spChg chg="add mod">
          <ac:chgData name="chandra varma" userId="56997086d4a782bb" providerId="LiveId" clId="{4B58ECD2-30D5-4669-B1B5-5761DB711AE7}" dt="2025-09-02T19:27:23.960" v="496"/>
          <ac:spMkLst>
            <pc:docMk/>
            <pc:sldMk cId="2616107683" sldId="266"/>
            <ac:spMk id="10" creationId="{64B8E4DA-F373-91EF-ADBD-A45F2151BAF7}"/>
          </ac:spMkLst>
        </pc:spChg>
        <pc:spChg chg="add del mod">
          <ac:chgData name="chandra varma" userId="56997086d4a782bb" providerId="LiveId" clId="{4B58ECD2-30D5-4669-B1B5-5761DB711AE7}" dt="2025-09-02T17:44:37.787" v="203"/>
          <ac:spMkLst>
            <pc:docMk/>
            <pc:sldMk cId="2616107683" sldId="266"/>
            <ac:spMk id="11" creationId="{773C24E9-3B1A-A9DD-9147-BE6251F0B83D}"/>
          </ac:spMkLst>
        </pc:spChg>
        <pc:spChg chg="add mod">
          <ac:chgData name="chandra varma" userId="56997086d4a782bb" providerId="LiveId" clId="{4B58ECD2-30D5-4669-B1B5-5761DB711AE7}" dt="2025-09-02T19:27:37.802" v="497"/>
          <ac:spMkLst>
            <pc:docMk/>
            <pc:sldMk cId="2616107683" sldId="266"/>
            <ac:spMk id="12" creationId="{474945EB-13B7-66A2-F954-58AF68636448}"/>
          </ac:spMkLst>
        </pc:spChg>
        <pc:spChg chg="add mod">
          <ac:chgData name="chandra varma" userId="56997086d4a782bb" providerId="LiveId" clId="{4B58ECD2-30D5-4669-B1B5-5761DB711AE7}" dt="2025-09-02T19:27:51.350" v="498"/>
          <ac:spMkLst>
            <pc:docMk/>
            <pc:sldMk cId="2616107683" sldId="266"/>
            <ac:spMk id="13" creationId="{C675E013-C0B4-1A86-C421-D2F79CB5F3FE}"/>
          </ac:spMkLst>
        </pc:spChg>
        <pc:spChg chg="add mod">
          <ac:chgData name="chandra varma" userId="56997086d4a782bb" providerId="LiveId" clId="{4B58ECD2-30D5-4669-B1B5-5761DB711AE7}" dt="2025-09-02T19:29:49.196" v="505" actId="1076"/>
          <ac:spMkLst>
            <pc:docMk/>
            <pc:sldMk cId="2616107683" sldId="266"/>
            <ac:spMk id="14" creationId="{44EBCE99-DF71-8A5A-23E1-74FEAE6E5F42}"/>
          </ac:spMkLst>
        </pc:spChg>
        <pc:spChg chg="add mod">
          <ac:chgData name="chandra varma" userId="56997086d4a782bb" providerId="LiveId" clId="{4B58ECD2-30D5-4669-B1B5-5761DB711AE7}" dt="2025-09-02T19:29:44.407" v="504" actId="1076"/>
          <ac:spMkLst>
            <pc:docMk/>
            <pc:sldMk cId="2616107683" sldId="266"/>
            <ac:spMk id="15" creationId="{1537509A-8623-CEE9-2D58-A8BD7BF21607}"/>
          </ac:spMkLst>
        </pc:spChg>
        <pc:spChg chg="add mod">
          <ac:chgData name="chandra varma" userId="56997086d4a782bb" providerId="LiveId" clId="{4B58ECD2-30D5-4669-B1B5-5761DB711AE7}" dt="2025-09-02T19:29:30.322" v="503"/>
          <ac:spMkLst>
            <pc:docMk/>
            <pc:sldMk cId="2616107683" sldId="266"/>
            <ac:spMk id="16" creationId="{D8B5D1FD-38ED-C9D1-DF23-B3EF9796577E}"/>
          </ac:spMkLst>
        </pc:spChg>
      </pc:sldChg>
      <pc:sldChg chg="new del">
        <pc:chgData name="chandra varma" userId="56997086d4a782bb" providerId="LiveId" clId="{4B58ECD2-30D5-4669-B1B5-5761DB711AE7}" dt="2025-09-02T17:38:10.709" v="145" actId="47"/>
        <pc:sldMkLst>
          <pc:docMk/>
          <pc:sldMk cId="4140298777" sldId="266"/>
        </pc:sldMkLst>
      </pc:sldChg>
      <pc:sldChg chg="addSp delSp modSp new mod">
        <pc:chgData name="chandra varma" userId="56997086d4a782bb" providerId="LiveId" clId="{4B58ECD2-30D5-4669-B1B5-5761DB711AE7}" dt="2025-09-02T19:34:10.269" v="551" actId="1076"/>
        <pc:sldMkLst>
          <pc:docMk/>
          <pc:sldMk cId="3535915494" sldId="267"/>
        </pc:sldMkLst>
        <pc:spChg chg="add mod">
          <ac:chgData name="chandra varma" userId="56997086d4a782bb" providerId="LiveId" clId="{4B58ECD2-30D5-4669-B1B5-5761DB711AE7}" dt="2025-09-02T19:34:10.269" v="551" actId="1076"/>
          <ac:spMkLst>
            <pc:docMk/>
            <pc:sldMk cId="3535915494" sldId="267"/>
            <ac:spMk id="2" creationId="{991A6AB5-C900-65C2-6EFC-805A6B9E3145}"/>
          </ac:spMkLst>
        </pc:spChg>
        <pc:spChg chg="add mod">
          <ac:chgData name="chandra varma" userId="56997086d4a782bb" providerId="LiveId" clId="{4B58ECD2-30D5-4669-B1B5-5761DB711AE7}" dt="2025-09-02T19:34:04.954" v="550" actId="1076"/>
          <ac:spMkLst>
            <pc:docMk/>
            <pc:sldMk cId="3535915494" sldId="267"/>
            <ac:spMk id="3" creationId="{FA62144F-2F17-4AE8-92E1-6CB8B0B6C03C}"/>
          </ac:spMkLst>
        </pc:spChg>
        <pc:spChg chg="add del mod">
          <ac:chgData name="chandra varma" userId="56997086d4a782bb" providerId="LiveId" clId="{4B58ECD2-30D5-4669-B1B5-5761DB711AE7}" dt="2025-09-02T18:00:16.774" v="293" actId="478"/>
          <ac:spMkLst>
            <pc:docMk/>
            <pc:sldMk cId="3535915494" sldId="267"/>
            <ac:spMk id="4" creationId="{8B41AB35-E2E9-CB93-4128-931AAA1A5D66}"/>
          </ac:spMkLst>
        </pc:spChg>
        <pc:spChg chg="add del mod">
          <ac:chgData name="chandra varma" userId="56997086d4a782bb" providerId="LiveId" clId="{4B58ECD2-30D5-4669-B1B5-5761DB711AE7}" dt="2025-09-02T18:00:37.575" v="299"/>
          <ac:spMkLst>
            <pc:docMk/>
            <pc:sldMk cId="3535915494" sldId="267"/>
            <ac:spMk id="5" creationId="{74EDDDF0-DED1-908F-B688-6A306E691A0E}"/>
          </ac:spMkLst>
        </pc:spChg>
        <pc:spChg chg="add mod">
          <ac:chgData name="chandra varma" userId="56997086d4a782bb" providerId="LiveId" clId="{4B58ECD2-30D5-4669-B1B5-5761DB711AE7}" dt="2025-09-02T19:33:50.160" v="548" actId="1076"/>
          <ac:spMkLst>
            <pc:docMk/>
            <pc:sldMk cId="3535915494" sldId="267"/>
            <ac:spMk id="6" creationId="{C98E8614-BD80-A8ED-9709-D6B65B9DF07D}"/>
          </ac:spMkLst>
        </pc:spChg>
        <pc:spChg chg="add del mod">
          <ac:chgData name="chandra varma" userId="56997086d4a782bb" providerId="LiveId" clId="{4B58ECD2-30D5-4669-B1B5-5761DB711AE7}" dt="2025-09-02T18:05:41.539" v="330" actId="478"/>
          <ac:spMkLst>
            <pc:docMk/>
            <pc:sldMk cId="3535915494" sldId="267"/>
            <ac:spMk id="7" creationId="{9D3937AA-28E1-B44E-F574-D9B5D13FCA4E}"/>
          </ac:spMkLst>
        </pc:spChg>
        <pc:spChg chg="add mod">
          <ac:chgData name="chandra varma" userId="56997086d4a782bb" providerId="LiveId" clId="{4B58ECD2-30D5-4669-B1B5-5761DB711AE7}" dt="2025-09-02T19:33:57.341" v="549" actId="1076"/>
          <ac:spMkLst>
            <pc:docMk/>
            <pc:sldMk cId="3535915494" sldId="267"/>
            <ac:spMk id="8" creationId="{981E8AAE-2F12-EBFF-DAAC-38CECB0A98D1}"/>
          </ac:spMkLst>
        </pc:spChg>
        <pc:spChg chg="add mod">
          <ac:chgData name="chandra varma" userId="56997086d4a782bb" providerId="LiveId" clId="{4B58ECD2-30D5-4669-B1B5-5761DB711AE7}" dt="2025-09-02T18:06:19.292" v="332" actId="767"/>
          <ac:spMkLst>
            <pc:docMk/>
            <pc:sldMk cId="3535915494" sldId="267"/>
            <ac:spMk id="9" creationId="{DCDF2721-D1E9-B38E-1396-E4B67F164DAF}"/>
          </ac:spMkLst>
        </pc:spChg>
        <pc:spChg chg="add del mod">
          <ac:chgData name="chandra varma" userId="56997086d4a782bb" providerId="LiveId" clId="{4B58ECD2-30D5-4669-B1B5-5761DB711AE7}" dt="2025-09-02T18:08:06.053" v="353"/>
          <ac:spMkLst>
            <pc:docMk/>
            <pc:sldMk cId="3535915494" sldId="267"/>
            <ac:spMk id="10" creationId="{25BFB304-13A2-3B80-1A0F-DD4ADCA10E2F}"/>
          </ac:spMkLst>
        </pc:spChg>
        <pc:spChg chg="add del mod">
          <ac:chgData name="chandra varma" userId="56997086d4a782bb" providerId="LiveId" clId="{4B58ECD2-30D5-4669-B1B5-5761DB711AE7}" dt="2025-09-02T19:33:26.251" v="541"/>
          <ac:spMkLst>
            <pc:docMk/>
            <pc:sldMk cId="3535915494" sldId="267"/>
            <ac:spMk id="11" creationId="{9FBCDEF1-6041-DF88-06F0-68954C89B1B3}"/>
          </ac:spMkLst>
        </pc:spChg>
        <pc:spChg chg="add mod">
          <ac:chgData name="chandra varma" userId="56997086d4a782bb" providerId="LiveId" clId="{4B58ECD2-30D5-4669-B1B5-5761DB711AE7}" dt="2025-09-02T19:33:36.701" v="546" actId="1076"/>
          <ac:spMkLst>
            <pc:docMk/>
            <pc:sldMk cId="3535915494" sldId="267"/>
            <ac:spMk id="12" creationId="{2B74D486-C404-6CE2-7210-1C234B5E0B1B}"/>
          </ac:spMkLst>
        </pc:spChg>
        <pc:spChg chg="add del mod">
          <ac:chgData name="chandra varma" userId="56997086d4a782bb" providerId="LiveId" clId="{4B58ECD2-30D5-4669-B1B5-5761DB711AE7}" dt="2025-09-02T19:33:26.253" v="543"/>
          <ac:spMkLst>
            <pc:docMk/>
            <pc:sldMk cId="3535915494" sldId="267"/>
            <ac:spMk id="13" creationId="{DD1D8522-9CBF-5829-814B-C589C7076D44}"/>
          </ac:spMkLst>
        </pc:spChg>
        <pc:spChg chg="add mod">
          <ac:chgData name="chandra varma" userId="56997086d4a782bb" providerId="LiveId" clId="{4B58ECD2-30D5-4669-B1B5-5761DB711AE7}" dt="2025-09-02T19:33:19.796" v="538" actId="1076"/>
          <ac:spMkLst>
            <pc:docMk/>
            <pc:sldMk cId="3535915494" sldId="267"/>
            <ac:spMk id="14" creationId="{FB833DA9-F995-DE45-3711-7EE0BD98D101}"/>
          </ac:spMkLst>
        </pc:spChg>
        <pc:spChg chg="add del mod">
          <ac:chgData name="chandra varma" userId="56997086d4a782bb" providerId="LiveId" clId="{4B58ECD2-30D5-4669-B1B5-5761DB711AE7}" dt="2025-09-02T19:33:26.253" v="545"/>
          <ac:spMkLst>
            <pc:docMk/>
            <pc:sldMk cId="3535915494" sldId="267"/>
            <ac:spMk id="15" creationId="{B7D3142A-9957-2EF7-2926-532DD32E61BE}"/>
          </ac:spMkLst>
        </pc:spChg>
        <pc:spChg chg="add mod">
          <ac:chgData name="chandra varma" userId="56997086d4a782bb" providerId="LiveId" clId="{4B58ECD2-30D5-4669-B1B5-5761DB711AE7}" dt="2025-09-02T19:33:42.922" v="547" actId="1076"/>
          <ac:spMkLst>
            <pc:docMk/>
            <pc:sldMk cId="3535915494" sldId="267"/>
            <ac:spMk id="17" creationId="{A6EF9999-D2E0-6597-638E-357A95CD884C}"/>
          </ac:spMkLst>
        </pc:spChg>
      </pc:sldChg>
      <pc:sldChg chg="addSp delSp modSp new mod">
        <pc:chgData name="chandra varma" userId="56997086d4a782bb" providerId="LiveId" clId="{4B58ECD2-30D5-4669-B1B5-5761DB711AE7}" dt="2025-09-02T19:48:32.247" v="633"/>
        <pc:sldMkLst>
          <pc:docMk/>
          <pc:sldMk cId="2570130765" sldId="268"/>
        </pc:sldMkLst>
        <pc:spChg chg="add del mod">
          <ac:chgData name="chandra varma" userId="56997086d4a782bb" providerId="LiveId" clId="{4B58ECD2-30D5-4669-B1B5-5761DB711AE7}" dt="2025-09-02T19:15:41.319" v="430"/>
          <ac:spMkLst>
            <pc:docMk/>
            <pc:sldMk cId="2570130765" sldId="268"/>
            <ac:spMk id="2" creationId="{B5E1DBF3-490D-A6BC-A077-8350F446BEAE}"/>
          </ac:spMkLst>
        </pc:spChg>
        <pc:spChg chg="add del mod">
          <ac:chgData name="chandra varma" userId="56997086d4a782bb" providerId="LiveId" clId="{4B58ECD2-30D5-4669-B1B5-5761DB711AE7}" dt="2025-09-02T19:16:33.117" v="436"/>
          <ac:spMkLst>
            <pc:docMk/>
            <pc:sldMk cId="2570130765" sldId="268"/>
            <ac:spMk id="5" creationId="{3DA4ED35-BCED-7536-4F6A-4DDB441C82D7}"/>
          </ac:spMkLst>
        </pc:spChg>
        <pc:spChg chg="add mod">
          <ac:chgData name="chandra varma" userId="56997086d4a782bb" providerId="LiveId" clId="{4B58ECD2-30D5-4669-B1B5-5761DB711AE7}" dt="2025-09-02T19:43:48.333" v="612" actId="1076"/>
          <ac:spMkLst>
            <pc:docMk/>
            <pc:sldMk cId="2570130765" sldId="268"/>
            <ac:spMk id="8" creationId="{7F393091-7849-4A25-624D-D86AC7694027}"/>
          </ac:spMkLst>
        </pc:spChg>
        <pc:spChg chg="add mod">
          <ac:chgData name="chandra varma" userId="56997086d4a782bb" providerId="LiveId" clId="{4B58ECD2-30D5-4669-B1B5-5761DB711AE7}" dt="2025-09-02T19:43:55.202" v="613" actId="1076"/>
          <ac:spMkLst>
            <pc:docMk/>
            <pc:sldMk cId="2570130765" sldId="268"/>
            <ac:spMk id="9" creationId="{009E04C2-D989-0255-84C0-A2D42707F4B0}"/>
          </ac:spMkLst>
        </pc:spChg>
        <pc:spChg chg="add del mod">
          <ac:chgData name="chandra varma" userId="56997086d4a782bb" providerId="LiveId" clId="{4B58ECD2-30D5-4669-B1B5-5761DB711AE7}" dt="2025-09-02T19:41:03.421" v="571" actId="20577"/>
          <ac:spMkLst>
            <pc:docMk/>
            <pc:sldMk cId="2570130765" sldId="268"/>
            <ac:spMk id="10" creationId="{4D8855DE-AB04-0C24-D606-AA7AEB8DCF32}"/>
          </ac:spMkLst>
        </pc:spChg>
        <pc:spChg chg="add">
          <ac:chgData name="chandra varma" userId="56997086d4a782bb" providerId="LiveId" clId="{4B58ECD2-30D5-4669-B1B5-5761DB711AE7}" dt="2025-09-02T19:40:07.074" v="561"/>
          <ac:spMkLst>
            <pc:docMk/>
            <pc:sldMk cId="2570130765" sldId="268"/>
            <ac:spMk id="11" creationId="{E8773FE4-A5B1-D275-C94C-DA4F924D0063}"/>
          </ac:spMkLst>
        </pc:spChg>
        <pc:spChg chg="add mod">
          <ac:chgData name="chandra varma" userId="56997086d4a782bb" providerId="LiveId" clId="{4B58ECD2-30D5-4669-B1B5-5761DB711AE7}" dt="2025-09-02T19:41:01.839" v="569" actId="688"/>
          <ac:spMkLst>
            <pc:docMk/>
            <pc:sldMk cId="2570130765" sldId="268"/>
            <ac:spMk id="12" creationId="{B8153F9D-4016-6AD8-B3F8-413657D7162E}"/>
          </ac:spMkLst>
        </pc:spChg>
        <pc:spChg chg="add mod">
          <ac:chgData name="chandra varma" userId="56997086d4a782bb" providerId="LiveId" clId="{4B58ECD2-30D5-4669-B1B5-5761DB711AE7}" dt="2025-09-02T19:44:01.920" v="614" actId="1076"/>
          <ac:spMkLst>
            <pc:docMk/>
            <pc:sldMk cId="2570130765" sldId="268"/>
            <ac:spMk id="13" creationId="{94DBC2E2-62E9-0E30-9EDE-21250E47A0AB}"/>
          </ac:spMkLst>
        </pc:spChg>
        <pc:spChg chg="add">
          <ac:chgData name="chandra varma" userId="56997086d4a782bb" providerId="LiveId" clId="{4B58ECD2-30D5-4669-B1B5-5761DB711AE7}" dt="2025-09-02T19:41:19.310" v="573"/>
          <ac:spMkLst>
            <pc:docMk/>
            <pc:sldMk cId="2570130765" sldId="268"/>
            <ac:spMk id="14" creationId="{14BDC119-0981-AB88-FB77-7C413A22E37C}"/>
          </ac:spMkLst>
        </pc:spChg>
        <pc:spChg chg="add del mod">
          <ac:chgData name="chandra varma" userId="56997086d4a782bb" providerId="LiveId" clId="{4B58ECD2-30D5-4669-B1B5-5761DB711AE7}" dt="2025-09-02T19:45:49.543" v="623"/>
          <ac:spMkLst>
            <pc:docMk/>
            <pc:sldMk cId="2570130765" sldId="268"/>
            <ac:spMk id="15" creationId="{C1812C13-ED45-CFC1-AC78-0E97CFB68F65}"/>
          </ac:spMkLst>
        </pc:spChg>
        <pc:spChg chg="add del mod">
          <ac:chgData name="chandra varma" userId="56997086d4a782bb" providerId="LiveId" clId="{4B58ECD2-30D5-4669-B1B5-5761DB711AE7}" dt="2025-09-02T19:48:32.247" v="633"/>
          <ac:spMkLst>
            <pc:docMk/>
            <pc:sldMk cId="2570130765" sldId="268"/>
            <ac:spMk id="18" creationId="{7C06B405-E408-5556-8F8B-A8BE8CF72B6C}"/>
          </ac:spMkLst>
        </pc:spChg>
        <pc:picChg chg="add del mod">
          <ac:chgData name="chandra varma" userId="56997086d4a782bb" providerId="LiveId" clId="{4B58ECD2-30D5-4669-B1B5-5761DB711AE7}" dt="2025-09-02T19:16:42.382" v="437" actId="478"/>
          <ac:picMkLst>
            <pc:docMk/>
            <pc:sldMk cId="2570130765" sldId="268"/>
            <ac:picMk id="4" creationId="{2C71EA51-13C2-DD24-8139-D6C2EC2C121E}"/>
          </ac:picMkLst>
        </pc:picChg>
        <pc:picChg chg="add del mod">
          <ac:chgData name="chandra varma" userId="56997086d4a782bb" providerId="LiveId" clId="{4B58ECD2-30D5-4669-B1B5-5761DB711AE7}" dt="2025-09-02T19:16:44.774" v="438" actId="478"/>
          <ac:picMkLst>
            <pc:docMk/>
            <pc:sldMk cId="2570130765" sldId="268"/>
            <ac:picMk id="7" creationId="{CEB77637-66CB-E41C-AC75-0F81EC305AA9}"/>
          </ac:picMkLst>
        </pc:picChg>
        <pc:picChg chg="add mod">
          <ac:chgData name="chandra varma" userId="56997086d4a782bb" providerId="LiveId" clId="{4B58ECD2-30D5-4669-B1B5-5761DB711AE7}" dt="2025-09-02T19:45:47.832" v="621" actId="14100"/>
          <ac:picMkLst>
            <pc:docMk/>
            <pc:sldMk cId="2570130765" sldId="268"/>
            <ac:picMk id="17" creationId="{56AF3BD1-8DCC-BFFF-70FB-2BB9C339F55E}"/>
          </ac:picMkLst>
        </pc:picChg>
        <pc:picChg chg="add mod">
          <ac:chgData name="chandra varma" userId="56997086d4a782bb" providerId="LiveId" clId="{4B58ECD2-30D5-4669-B1B5-5761DB711AE7}" dt="2025-09-02T19:48:31.370" v="631" actId="14100"/>
          <ac:picMkLst>
            <pc:docMk/>
            <pc:sldMk cId="2570130765" sldId="268"/>
            <ac:picMk id="20" creationId="{9F9D172E-112B-3B6F-B91A-86A62E9816D3}"/>
          </ac:picMkLst>
        </pc:picChg>
      </pc:sldChg>
      <pc:sldChg chg="addSp delSp modSp new mod">
        <pc:chgData name="chandra varma" userId="56997086d4a782bb" providerId="LiveId" clId="{4B58ECD2-30D5-4669-B1B5-5761DB711AE7}" dt="2025-09-02T19:25:22.350" v="489"/>
        <pc:sldMkLst>
          <pc:docMk/>
          <pc:sldMk cId="2497520472" sldId="269"/>
        </pc:sldMkLst>
        <pc:spChg chg="add mod">
          <ac:chgData name="chandra varma" userId="56997086d4a782bb" providerId="LiveId" clId="{4B58ECD2-30D5-4669-B1B5-5761DB711AE7}" dt="2025-09-02T19:21:00.816" v="468" actId="12"/>
          <ac:spMkLst>
            <pc:docMk/>
            <pc:sldMk cId="2497520472" sldId="269"/>
            <ac:spMk id="2" creationId="{DBF1B052-C4A9-9B91-24F0-33BE56E64518}"/>
          </ac:spMkLst>
        </pc:spChg>
        <pc:spChg chg="add mod">
          <ac:chgData name="chandra varma" userId="56997086d4a782bb" providerId="LiveId" clId="{4B58ECD2-30D5-4669-B1B5-5761DB711AE7}" dt="2025-09-02T19:21:56.580" v="474" actId="2711"/>
          <ac:spMkLst>
            <pc:docMk/>
            <pc:sldMk cId="2497520472" sldId="269"/>
            <ac:spMk id="3" creationId="{7BB053BB-C074-B086-1738-CD09EC0A3166}"/>
          </ac:spMkLst>
        </pc:spChg>
        <pc:spChg chg="add mod">
          <ac:chgData name="chandra varma" userId="56997086d4a782bb" providerId="LiveId" clId="{4B58ECD2-30D5-4669-B1B5-5761DB711AE7}" dt="2025-09-02T19:22:55.167" v="477" actId="1076"/>
          <ac:spMkLst>
            <pc:docMk/>
            <pc:sldMk cId="2497520472" sldId="269"/>
            <ac:spMk id="4" creationId="{51C70212-588E-B555-191A-B29336B7115D}"/>
          </ac:spMkLst>
        </pc:spChg>
        <pc:spChg chg="add del mod">
          <ac:chgData name="chandra varma" userId="56997086d4a782bb" providerId="LiveId" clId="{4B58ECD2-30D5-4669-B1B5-5761DB711AE7}" dt="2025-09-02T19:24:08.955" v="482"/>
          <ac:spMkLst>
            <pc:docMk/>
            <pc:sldMk cId="2497520472" sldId="269"/>
            <ac:spMk id="5" creationId="{650C2F55-B6B5-9FC5-E0FD-7EC90C2167B4}"/>
          </ac:spMkLst>
        </pc:spChg>
        <pc:spChg chg="add del mod">
          <ac:chgData name="chandra varma" userId="56997086d4a782bb" providerId="LiveId" clId="{4B58ECD2-30D5-4669-B1B5-5761DB711AE7}" dt="2025-09-02T19:25:22.350" v="489"/>
          <ac:spMkLst>
            <pc:docMk/>
            <pc:sldMk cId="2497520472" sldId="269"/>
            <ac:spMk id="8" creationId="{C5D53DE5-BB1E-D9E7-D103-59D5AC427215}"/>
          </ac:spMkLst>
        </pc:spChg>
        <pc:picChg chg="add mod">
          <ac:chgData name="chandra varma" userId="56997086d4a782bb" providerId="LiveId" clId="{4B58ECD2-30D5-4669-B1B5-5761DB711AE7}" dt="2025-09-02T19:24:21.718" v="484" actId="14100"/>
          <ac:picMkLst>
            <pc:docMk/>
            <pc:sldMk cId="2497520472" sldId="269"/>
            <ac:picMk id="7" creationId="{7B6DD309-D5AB-A3AA-7237-2414122FDAAD}"/>
          </ac:picMkLst>
        </pc:picChg>
        <pc:picChg chg="add mod">
          <ac:chgData name="chandra varma" userId="56997086d4a782bb" providerId="LiveId" clId="{4B58ECD2-30D5-4669-B1B5-5761DB711AE7}" dt="2025-09-02T19:25:21.374" v="487" actId="1076"/>
          <ac:picMkLst>
            <pc:docMk/>
            <pc:sldMk cId="2497520472" sldId="269"/>
            <ac:picMk id="10" creationId="{FA9E8879-7E3B-B92B-E299-2DDC85AF1F29}"/>
          </ac:picMkLst>
        </pc:picChg>
      </pc:sldChg>
      <pc:sldChg chg="addSp delSp modSp new mod">
        <pc:chgData name="chandra varma" userId="56997086d4a782bb" providerId="LiveId" clId="{4B58ECD2-30D5-4669-B1B5-5761DB711AE7}" dt="2025-09-02T19:58:31.961" v="715" actId="14100"/>
        <pc:sldMkLst>
          <pc:docMk/>
          <pc:sldMk cId="913273846" sldId="270"/>
        </pc:sldMkLst>
        <pc:spChg chg="add mod">
          <ac:chgData name="chandra varma" userId="56997086d4a782bb" providerId="LiveId" clId="{4B58ECD2-30D5-4669-B1B5-5761DB711AE7}" dt="2025-09-02T19:55:43.083" v="652" actId="113"/>
          <ac:spMkLst>
            <pc:docMk/>
            <pc:sldMk cId="913273846" sldId="270"/>
            <ac:spMk id="2" creationId="{B9179CE1-D882-02EF-C281-E308ED7D5CB3}"/>
          </ac:spMkLst>
        </pc:spChg>
        <pc:spChg chg="add mod">
          <ac:chgData name="chandra varma" userId="56997086d4a782bb" providerId="LiveId" clId="{4B58ECD2-30D5-4669-B1B5-5761DB711AE7}" dt="2025-09-02T19:56:09.360" v="656" actId="1076"/>
          <ac:spMkLst>
            <pc:docMk/>
            <pc:sldMk cId="913273846" sldId="270"/>
            <ac:spMk id="3" creationId="{79815CB0-39C5-A822-AEFF-D244A66482E1}"/>
          </ac:spMkLst>
        </pc:spChg>
        <pc:spChg chg="add mod">
          <ac:chgData name="chandra varma" userId="56997086d4a782bb" providerId="LiveId" clId="{4B58ECD2-30D5-4669-B1B5-5761DB711AE7}" dt="2025-09-02T19:56:44.190" v="662" actId="1076"/>
          <ac:spMkLst>
            <pc:docMk/>
            <pc:sldMk cId="913273846" sldId="270"/>
            <ac:spMk id="4" creationId="{A173E30E-6D6A-44EE-AB97-18D22E833C70}"/>
          </ac:spMkLst>
        </pc:spChg>
        <pc:spChg chg="add mod">
          <ac:chgData name="chandra varma" userId="56997086d4a782bb" providerId="LiveId" clId="{4B58ECD2-30D5-4669-B1B5-5761DB711AE7}" dt="2025-09-02T19:58:04.189" v="707" actId="12"/>
          <ac:spMkLst>
            <pc:docMk/>
            <pc:sldMk cId="913273846" sldId="270"/>
            <ac:spMk id="5" creationId="{C5C2E8B8-83EE-E452-7CE7-4E0FD7964C5D}"/>
          </ac:spMkLst>
        </pc:spChg>
        <pc:spChg chg="add del mod">
          <ac:chgData name="chandra varma" userId="56997086d4a782bb" providerId="LiveId" clId="{4B58ECD2-30D5-4669-B1B5-5761DB711AE7}" dt="2025-09-02T19:58:04.997" v="709"/>
          <ac:spMkLst>
            <pc:docMk/>
            <pc:sldMk cId="913273846" sldId="270"/>
            <ac:spMk id="6" creationId="{13E897FF-8BAA-EB7B-1779-4ACA9C8A7B5C}"/>
          </ac:spMkLst>
        </pc:spChg>
        <pc:picChg chg="add mod">
          <ac:chgData name="chandra varma" userId="56997086d4a782bb" providerId="LiveId" clId="{4B58ECD2-30D5-4669-B1B5-5761DB711AE7}" dt="2025-09-02T19:58:31.961" v="715" actId="14100"/>
          <ac:picMkLst>
            <pc:docMk/>
            <pc:sldMk cId="913273846" sldId="270"/>
            <ac:picMk id="8" creationId="{11B01C8F-1067-0583-E637-AF31450E88A5}"/>
          </ac:picMkLst>
        </pc:picChg>
      </pc:sldChg>
      <pc:sldChg chg="addSp delSp modSp new mod">
        <pc:chgData name="chandra varma" userId="56997086d4a782bb" providerId="LiveId" clId="{4B58ECD2-30D5-4669-B1B5-5761DB711AE7}" dt="2025-09-02T20:09:40.516" v="830" actId="20577"/>
        <pc:sldMkLst>
          <pc:docMk/>
          <pc:sldMk cId="1907769111" sldId="271"/>
        </pc:sldMkLst>
        <pc:spChg chg="add mod">
          <ac:chgData name="chandra varma" userId="56997086d4a782bb" providerId="LiveId" clId="{4B58ECD2-30D5-4669-B1B5-5761DB711AE7}" dt="2025-09-02T20:06:20.956" v="799" actId="1076"/>
          <ac:spMkLst>
            <pc:docMk/>
            <pc:sldMk cId="1907769111" sldId="271"/>
            <ac:spMk id="2" creationId="{FFDC401D-A9A4-F40A-B658-1F59823D6284}"/>
          </ac:spMkLst>
        </pc:spChg>
        <pc:spChg chg="add mod">
          <ac:chgData name="chandra varma" userId="56997086d4a782bb" providerId="LiveId" clId="{4B58ECD2-30D5-4669-B1B5-5761DB711AE7}" dt="2025-09-02T20:07:08.253" v="806" actId="1076"/>
          <ac:spMkLst>
            <pc:docMk/>
            <pc:sldMk cId="1907769111" sldId="271"/>
            <ac:spMk id="3" creationId="{371D1170-74BD-8383-7589-8B1C937A1E2D}"/>
          </ac:spMkLst>
        </pc:spChg>
        <pc:spChg chg="add del mod">
          <ac:chgData name="chandra varma" userId="56997086d4a782bb" providerId="LiveId" clId="{4B58ECD2-30D5-4669-B1B5-5761DB711AE7}" dt="2025-09-02T20:05:46.375" v="789"/>
          <ac:spMkLst>
            <pc:docMk/>
            <pc:sldMk cId="1907769111" sldId="271"/>
            <ac:spMk id="4" creationId="{D71562A7-C1E2-40D5-67B6-E8E4407F6880}"/>
          </ac:spMkLst>
        </pc:spChg>
        <pc:spChg chg="add del mod">
          <ac:chgData name="chandra varma" userId="56997086d4a782bb" providerId="LiveId" clId="{4B58ECD2-30D5-4669-B1B5-5761DB711AE7}" dt="2025-09-02T20:05:46.375" v="791"/>
          <ac:spMkLst>
            <pc:docMk/>
            <pc:sldMk cId="1907769111" sldId="271"/>
            <ac:spMk id="7" creationId="{CF714A50-83F3-1F1E-2DB7-45104D45EFFA}"/>
          </ac:spMkLst>
        </pc:spChg>
        <pc:spChg chg="add del mod">
          <ac:chgData name="chandra varma" userId="56997086d4a782bb" providerId="LiveId" clId="{4B58ECD2-30D5-4669-B1B5-5761DB711AE7}" dt="2025-09-02T20:05:46.375" v="793"/>
          <ac:spMkLst>
            <pc:docMk/>
            <pc:sldMk cId="1907769111" sldId="271"/>
            <ac:spMk id="8" creationId="{3596135F-51FA-909E-D6C0-2DF949D1F7B6}"/>
          </ac:spMkLst>
        </pc:spChg>
        <pc:spChg chg="add del mod">
          <ac:chgData name="chandra varma" userId="56997086d4a782bb" providerId="LiveId" clId="{4B58ECD2-30D5-4669-B1B5-5761DB711AE7}" dt="2025-09-02T20:05:46.375" v="795"/>
          <ac:spMkLst>
            <pc:docMk/>
            <pc:sldMk cId="1907769111" sldId="271"/>
            <ac:spMk id="9" creationId="{56705222-3702-99A5-DC94-AEE2422D5C2C}"/>
          </ac:spMkLst>
        </pc:spChg>
        <pc:spChg chg="add del mod">
          <ac:chgData name="chandra varma" userId="56997086d4a782bb" providerId="LiveId" clId="{4B58ECD2-30D5-4669-B1B5-5761DB711AE7}" dt="2025-09-02T20:08:37.008" v="812"/>
          <ac:spMkLst>
            <pc:docMk/>
            <pc:sldMk cId="1907769111" sldId="271"/>
            <ac:spMk id="12" creationId="{E05C1457-5D56-15F6-8C30-CAE7C841F95D}"/>
          </ac:spMkLst>
        </pc:spChg>
        <pc:spChg chg="add mod">
          <ac:chgData name="chandra varma" userId="56997086d4a782bb" providerId="LiveId" clId="{4B58ECD2-30D5-4669-B1B5-5761DB711AE7}" dt="2025-09-02T20:08:58.720" v="821" actId="20577"/>
          <ac:spMkLst>
            <pc:docMk/>
            <pc:sldMk cId="1907769111" sldId="271"/>
            <ac:spMk id="13" creationId="{45835D0C-926C-1E5A-F46A-CC52F92AA4BD}"/>
          </ac:spMkLst>
        </pc:spChg>
        <pc:spChg chg="add mod">
          <ac:chgData name="chandra varma" userId="56997086d4a782bb" providerId="LiveId" clId="{4B58ECD2-30D5-4669-B1B5-5761DB711AE7}" dt="2025-09-02T20:09:40.516" v="830" actId="20577"/>
          <ac:spMkLst>
            <pc:docMk/>
            <pc:sldMk cId="1907769111" sldId="271"/>
            <ac:spMk id="14" creationId="{EE0494E5-CF26-739C-A7D0-AF54FC4B175B}"/>
          </ac:spMkLst>
        </pc:spChg>
        <pc:picChg chg="add mod">
          <ac:chgData name="chandra varma" userId="56997086d4a782bb" providerId="LiveId" clId="{4B58ECD2-30D5-4669-B1B5-5761DB711AE7}" dt="2025-09-02T20:08:33.739" v="810" actId="1076"/>
          <ac:picMkLst>
            <pc:docMk/>
            <pc:sldMk cId="1907769111" sldId="271"/>
            <ac:picMk id="6" creationId="{F9523D43-E576-4A14-88F9-8EC1693306EB}"/>
          </ac:picMkLst>
        </pc:picChg>
        <pc:picChg chg="add mod">
          <ac:chgData name="chandra varma" userId="56997086d4a782bb" providerId="LiveId" clId="{4B58ECD2-30D5-4669-B1B5-5761DB711AE7}" dt="2025-09-02T20:07:26.295" v="808" actId="1076"/>
          <ac:picMkLst>
            <pc:docMk/>
            <pc:sldMk cId="1907769111" sldId="271"/>
            <ac:picMk id="11" creationId="{0AE06186-BD54-51D8-7A93-DAE77C092DA8}"/>
          </ac:picMkLst>
        </pc:picChg>
      </pc:sldChg>
      <pc:sldChg chg="addSp delSp modSp new mod">
        <pc:chgData name="chandra varma" userId="56997086d4a782bb" providerId="LiveId" clId="{4B58ECD2-30D5-4669-B1B5-5761DB711AE7}" dt="2025-09-02T20:14:40.385" v="928" actId="14100"/>
        <pc:sldMkLst>
          <pc:docMk/>
          <pc:sldMk cId="2301374700" sldId="272"/>
        </pc:sldMkLst>
        <pc:spChg chg="add mod">
          <ac:chgData name="chandra varma" userId="56997086d4a782bb" providerId="LiveId" clId="{4B58ECD2-30D5-4669-B1B5-5761DB711AE7}" dt="2025-09-02T20:13:35.490" v="917" actId="113"/>
          <ac:spMkLst>
            <pc:docMk/>
            <pc:sldMk cId="2301374700" sldId="272"/>
            <ac:spMk id="2" creationId="{CE1D265E-6672-395E-D0C3-089E0AE32506}"/>
          </ac:spMkLst>
        </pc:spChg>
        <pc:spChg chg="add mod">
          <ac:chgData name="chandra varma" userId="56997086d4a782bb" providerId="LiveId" clId="{4B58ECD2-30D5-4669-B1B5-5761DB711AE7}" dt="2025-09-02T20:14:02.079" v="921" actId="1076"/>
          <ac:spMkLst>
            <pc:docMk/>
            <pc:sldMk cId="2301374700" sldId="272"/>
            <ac:spMk id="3" creationId="{7057428E-ED2E-EE54-2B86-C0C3BB20439A}"/>
          </ac:spMkLst>
        </pc:spChg>
        <pc:spChg chg="add del mod">
          <ac:chgData name="chandra varma" userId="56997086d4a782bb" providerId="LiveId" clId="{4B58ECD2-30D5-4669-B1B5-5761DB711AE7}" dt="2025-09-02T20:14:32.051" v="927"/>
          <ac:spMkLst>
            <pc:docMk/>
            <pc:sldMk cId="2301374700" sldId="272"/>
            <ac:spMk id="4" creationId="{5D12CCC9-DC44-29EE-B24D-6E4F51550BC0}"/>
          </ac:spMkLst>
        </pc:spChg>
        <pc:picChg chg="add mod">
          <ac:chgData name="chandra varma" userId="56997086d4a782bb" providerId="LiveId" clId="{4B58ECD2-30D5-4669-B1B5-5761DB711AE7}" dt="2025-09-02T20:14:40.385" v="928" actId="14100"/>
          <ac:picMkLst>
            <pc:docMk/>
            <pc:sldMk cId="2301374700" sldId="272"/>
            <ac:picMk id="6" creationId="{89052A4F-63A6-DCC2-1C0C-206AE007F5C4}"/>
          </ac:picMkLst>
        </pc:picChg>
      </pc:sldChg>
      <pc:sldChg chg="addSp delSp modSp new mod">
        <pc:chgData name="chandra varma" userId="56997086d4a782bb" providerId="LiveId" clId="{4B58ECD2-30D5-4669-B1B5-5761DB711AE7}" dt="2025-09-02T20:22:49.177" v="1013" actId="14100"/>
        <pc:sldMkLst>
          <pc:docMk/>
          <pc:sldMk cId="3695270184" sldId="273"/>
        </pc:sldMkLst>
        <pc:spChg chg="add mod">
          <ac:chgData name="chandra varma" userId="56997086d4a782bb" providerId="LiveId" clId="{4B58ECD2-30D5-4669-B1B5-5761DB711AE7}" dt="2025-09-02T20:21:21.160" v="996" actId="1076"/>
          <ac:spMkLst>
            <pc:docMk/>
            <pc:sldMk cId="3695270184" sldId="273"/>
            <ac:spMk id="2" creationId="{E065C024-4D9D-78FA-6906-B8FBED6BC0B1}"/>
          </ac:spMkLst>
        </pc:spChg>
        <pc:spChg chg="add mod">
          <ac:chgData name="chandra varma" userId="56997086d4a782bb" providerId="LiveId" clId="{4B58ECD2-30D5-4669-B1B5-5761DB711AE7}" dt="2025-09-02T20:21:46.705" v="1000" actId="1076"/>
          <ac:spMkLst>
            <pc:docMk/>
            <pc:sldMk cId="3695270184" sldId="273"/>
            <ac:spMk id="3" creationId="{2534870A-F080-9B3D-0A5B-B5A5770184EA}"/>
          </ac:spMkLst>
        </pc:spChg>
        <pc:spChg chg="add mod">
          <ac:chgData name="chandra varma" userId="56997086d4a782bb" providerId="LiveId" clId="{4B58ECD2-30D5-4669-B1B5-5761DB711AE7}" dt="2025-09-02T20:22:20.303" v="1005" actId="1076"/>
          <ac:spMkLst>
            <pc:docMk/>
            <pc:sldMk cId="3695270184" sldId="273"/>
            <ac:spMk id="4" creationId="{39BDEA3D-65D0-6C68-B7E6-F6E8F5AACA27}"/>
          </ac:spMkLst>
        </pc:spChg>
        <pc:spChg chg="add del mod">
          <ac:chgData name="chandra varma" userId="56997086d4a782bb" providerId="LiveId" clId="{4B58ECD2-30D5-4669-B1B5-5761DB711AE7}" dt="2025-09-02T20:22:22.388" v="1007"/>
          <ac:spMkLst>
            <pc:docMk/>
            <pc:sldMk cId="3695270184" sldId="273"/>
            <ac:spMk id="5" creationId="{729A9E69-35A3-1BE9-B381-5CB6F70E086A}"/>
          </ac:spMkLst>
        </pc:spChg>
        <pc:spChg chg="add del mod">
          <ac:chgData name="chandra varma" userId="56997086d4a782bb" providerId="LiveId" clId="{4B58ECD2-30D5-4669-B1B5-5761DB711AE7}" dt="2025-09-02T20:22:22.388" v="1009"/>
          <ac:spMkLst>
            <pc:docMk/>
            <pc:sldMk cId="3695270184" sldId="273"/>
            <ac:spMk id="8" creationId="{95EEC546-5388-AD9E-85D8-AFA5D88E9C13}"/>
          </ac:spMkLst>
        </pc:spChg>
        <pc:picChg chg="add mod">
          <ac:chgData name="chandra varma" userId="56997086d4a782bb" providerId="LiveId" clId="{4B58ECD2-30D5-4669-B1B5-5761DB711AE7}" dt="2025-09-02T20:22:49.177" v="1013" actId="14100"/>
          <ac:picMkLst>
            <pc:docMk/>
            <pc:sldMk cId="3695270184" sldId="273"/>
            <ac:picMk id="7" creationId="{E7D4744D-94CE-718A-1F3B-9E1323E0D739}"/>
          </ac:picMkLst>
        </pc:picChg>
        <pc:picChg chg="add mod">
          <ac:chgData name="chandra varma" userId="56997086d4a782bb" providerId="LiveId" clId="{4B58ECD2-30D5-4669-B1B5-5761DB711AE7}" dt="2025-09-02T20:22:36.203" v="1011" actId="1076"/>
          <ac:picMkLst>
            <pc:docMk/>
            <pc:sldMk cId="3695270184" sldId="273"/>
            <ac:picMk id="10" creationId="{7D6BEC97-DE61-D6D8-2B5A-166FE4F83C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492161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887793" y="2659599"/>
            <a:ext cx="898668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Flight</a:t>
            </a:r>
            <a:r>
              <a:rPr lang="en-IN" sz="6000" b="1" i="0" u="none" strike="noStrike" cap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N" sz="6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 Analysis</a:t>
            </a:r>
            <a:endParaRPr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5127178"/>
            <a:ext cx="5258382" cy="1325563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Kutikuppala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Likhita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69543" y="1413661"/>
            <a:ext cx="1084763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chemeClr val="dk1"/>
              </a:buClr>
              <a:buSzPts val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Kutikuppala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Likhita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recent graduate with a Bachelor of Technology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Engineering, from Andhra University College of Engineering</a:t>
            </a:r>
            <a:r>
              <a:rPr lang="en-US" sz="2000" dirty="0" smtClean="0"/>
              <a:t>.</a:t>
            </a:r>
            <a:endParaRPr lang="en-IN" sz="20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35188" y="41655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About me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4DB11-159A-5FCA-DCCC-2F9137531C80}"/>
              </a:ext>
            </a:extLst>
          </p:cNvPr>
          <p:cNvSpPr txBox="1"/>
          <p:nvPr/>
        </p:nvSpPr>
        <p:spPr>
          <a:xfrm>
            <a:off x="335188" y="2770112"/>
            <a:ext cx="5233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Data Science?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84115-9CD4-2B84-C0DA-442979E755B8}"/>
              </a:ext>
            </a:extLst>
          </p:cNvPr>
          <p:cNvSpPr txBox="1"/>
          <p:nvPr/>
        </p:nvSpPr>
        <p:spPr>
          <a:xfrm>
            <a:off x="676271" y="4190476"/>
            <a:ext cx="104341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I chose Data Science because it brings together problem-solving, computers, and smart decisions—three things I really enjoy. I like working with data to see patterns and use them to solve everyday problems. It is a growing field with a lot to learn, new ideas to try, and chances to make a big impact in different areas.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46124" y="271508"/>
            <a:ext cx="10515600" cy="83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da-DK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Flight </a:t>
            </a:r>
            <a:r>
              <a:rPr lang="da-DK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Analysis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B3FD-FDC1-0E48-CCF6-590FCD7E5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912" y="1486013"/>
            <a:ext cx="11100816" cy="4082683"/>
          </a:xfrm>
        </p:spPr>
        <p:txBody>
          <a:bodyPr>
            <a:norm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7BB794-C021-8435-9AAC-9E8BCCE0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2" y="1289304"/>
            <a:ext cx="1008497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analyze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how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flight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performance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varies by airline, origin, destination, time, and delay patterns.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helps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viewership trends, content strategies, and global entertainment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3,00,000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</a:t>
            </a:r>
            <a:r>
              <a:rPr lang="en-US" altLang="en-US" sz="1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14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lang="en-US" altLang="en-US" sz="18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origin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 Include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dep_time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arr_time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dep_delay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arr_delay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carrier, origin,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dest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air_time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distance, and </a:t>
            </a:r>
            <a:r>
              <a:rPr lang="en-US" altLang="en-US" sz="18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time_hour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columns contain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dep_delay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arr_delay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arr_time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need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imputation or careful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tasks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systems, trend analysis, and content categorization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Columns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073" y="1514225"/>
            <a:ext cx="6460958" cy="51673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b="1" dirty="0" smtClean="0"/>
              <a:t>year</a:t>
            </a:r>
            <a:r>
              <a:rPr lang="en-US" sz="1600" dirty="0" smtClean="0"/>
              <a:t> </a:t>
            </a:r>
            <a:r>
              <a:rPr lang="en-US" sz="1600" dirty="0"/>
              <a:t>– Year in which the flight took place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month</a:t>
            </a:r>
            <a:r>
              <a:rPr lang="en-US" sz="1600" dirty="0"/>
              <a:t> – Month of the flight departure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day</a:t>
            </a:r>
            <a:r>
              <a:rPr lang="en-US" sz="1600" dirty="0"/>
              <a:t> – Day of the month for the flight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dep_time</a:t>
            </a:r>
            <a:r>
              <a:rPr lang="en-US" sz="1600" dirty="0"/>
              <a:t> – Actual departure time of the flight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sched_dep_time</a:t>
            </a:r>
            <a:r>
              <a:rPr lang="en-US" sz="1600" dirty="0"/>
              <a:t> – Scheduled departure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dep_delay</a:t>
            </a:r>
            <a:r>
              <a:rPr lang="en-US" sz="1600" dirty="0"/>
              <a:t> – Difference (in minutes) between scheduled and actual departure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arr_time</a:t>
            </a:r>
            <a:r>
              <a:rPr lang="en-US" sz="1600" dirty="0"/>
              <a:t> – Actual arrival time of the flight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sched_arr_time</a:t>
            </a:r>
            <a:r>
              <a:rPr lang="en-US" sz="1600" dirty="0"/>
              <a:t> – Scheduled arrival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arr_delay</a:t>
            </a:r>
            <a:r>
              <a:rPr lang="en-US" sz="1600" dirty="0"/>
              <a:t> – Difference (in minutes) between scheduled and actual arrival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carrier</a:t>
            </a:r>
            <a:r>
              <a:rPr lang="en-US" sz="1600" dirty="0"/>
              <a:t> – Airline carrier code (e.g., AA, DL, UA)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flight</a:t>
            </a:r>
            <a:r>
              <a:rPr lang="en-US" sz="1600" dirty="0"/>
              <a:t> – Flight number assigned by the airline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 err="1"/>
              <a:t>tailnum</a:t>
            </a:r>
            <a:r>
              <a:rPr lang="en-US" sz="1600" dirty="0"/>
              <a:t> – Aircraft registration </a:t>
            </a:r>
            <a:r>
              <a:rPr lang="en-US" sz="1600" dirty="0" smtClean="0"/>
              <a:t>number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114300" indent="0">
              <a:buNone/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545179" y="1690687"/>
            <a:ext cx="50693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1600" b="1" dirty="0"/>
              <a:t> </a:t>
            </a:r>
            <a:r>
              <a:rPr lang="en-US" altLang="en-US" sz="16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origin</a:t>
            </a:r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– Departure airport code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dest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Destination airport code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air_time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Total flight time in minutes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distance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Distance between origin and destination (in miles)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hour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Hour extracted from the scheduled departure time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minute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Minute extracted from the scheduled departure </a:t>
            </a:r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</a:rPr>
              <a:t>time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time_hour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Date and hour (timestamp) of the flight </a:t>
            </a:r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</a:rPr>
              <a:t>event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Month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Month number (used for grouping or analysis</a:t>
            </a:r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DayOfWeek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Day of the week (1 = Monday, 7 = Sunday)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3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F1B052-C4A9-9B91-24F0-33BE56E64518}"/>
              </a:ext>
            </a:extLst>
          </p:cNvPr>
          <p:cNvSpPr txBox="1"/>
          <p:nvPr/>
        </p:nvSpPr>
        <p:spPr>
          <a:xfrm>
            <a:off x="973394" y="491613"/>
            <a:ext cx="1002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Wingdings" panose="05000000000000000000" pitchFamily="2" charset="2"/>
              <a:buChar char="§"/>
            </a:pPr>
            <a:r>
              <a:rPr lang="en-IN" sz="3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</a:t>
            </a: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053BB-C074-B086-1738-CD09EC0A3166}"/>
              </a:ext>
            </a:extLst>
          </p:cNvPr>
          <p:cNvSpPr txBox="1"/>
          <p:nvPr/>
        </p:nvSpPr>
        <p:spPr>
          <a:xfrm>
            <a:off x="973394" y="1262390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are data points in the 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that deviate significantly from other records and may affect analysis quality.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70212-588E-B555-191A-B29336B7115D}"/>
              </a:ext>
            </a:extLst>
          </p:cNvPr>
          <p:cNvSpPr txBox="1"/>
          <p:nvPr/>
        </p:nvSpPr>
        <p:spPr>
          <a:xfrm>
            <a:off x="973394" y="1971611"/>
            <a:ext cx="95077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Flight data</a:t>
            </a:r>
            <a:r>
              <a:rPr lang="en-US" dirty="0"/>
              <a:t>, outliers may occur in </a:t>
            </a:r>
            <a:r>
              <a:rPr lang="en-US" b="1" dirty="0" err="1"/>
              <a:t>dep_delay</a:t>
            </a:r>
            <a:r>
              <a:rPr lang="en-US" dirty="0"/>
              <a:t> (e.g., extreme negative or very large delay values due to data entry or cancellation anomalies).</a:t>
            </a:r>
            <a:r>
              <a:rPr lang="en-US" dirty="0" smtClean="0"/>
              <a:t>Unusual </a:t>
            </a:r>
            <a:r>
              <a:rPr lang="en-US" dirty="0"/>
              <a:t>duration values (e.g., extremely high minutes or mismatched formats) act as outliers.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Unusual </a:t>
            </a:r>
            <a:r>
              <a:rPr lang="en-US" b="1" dirty="0" err="1"/>
              <a:t>arr_delay</a:t>
            </a:r>
            <a:r>
              <a:rPr lang="en-US" dirty="0"/>
              <a:t> values (e.g., excessively high arrival delays or early arrivals beyond reasonable limits) also act as outliers.</a:t>
            </a:r>
            <a:r>
              <a:rPr lang="en-US" dirty="0" smtClean="0"/>
              <a:t>.</a:t>
            </a: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Outliers can appear in </a:t>
            </a:r>
            <a:r>
              <a:rPr lang="en-US" b="1" dirty="0"/>
              <a:t>distance</a:t>
            </a:r>
            <a:r>
              <a:rPr lang="en-US" dirty="0"/>
              <a:t> when incorrect routing or data recording results in unrealistic flight distances</a:t>
            </a:r>
            <a:r>
              <a:rPr lang="en-US" dirty="0" smtClean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104" y="4127382"/>
            <a:ext cx="6769769" cy="238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2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3" y="2751327"/>
            <a:ext cx="3581901" cy="27993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202" y="2869501"/>
            <a:ext cx="4113798" cy="27993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364" y="2656141"/>
            <a:ext cx="4148890" cy="289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6463" y="605142"/>
            <a:ext cx="4251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Wingdings" panose="05000000000000000000" pitchFamily="2" charset="2"/>
              <a:buChar char="§"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Outliers</a:t>
            </a:r>
            <a:endParaRPr lang="en-IN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2161101"/>
            <a:ext cx="2758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Outliers in </a:t>
            </a:r>
            <a:r>
              <a:rPr lang="en-IN" sz="1600" b="1" dirty="0" err="1" smtClean="0"/>
              <a:t>dep_delay</a:t>
            </a:r>
            <a:endParaRPr lang="en-IN" sz="1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427620" y="2161102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Outliers in distance</a:t>
            </a:r>
            <a:endParaRPr lang="en-IN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442960" y="2161101"/>
            <a:ext cx="29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smtClean="0"/>
              <a:t>Outliers in </a:t>
            </a:r>
            <a:r>
              <a:rPr lang="en-IN" sz="1600" b="1" dirty="0" err="1" smtClean="0"/>
              <a:t>arr_delay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88755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After handling outliers    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 smtClean="0"/>
              <a:t> 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958" y="1825625"/>
            <a:ext cx="5101389" cy="2071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31565"/>
            <a:ext cx="3856873" cy="2329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606" y="4093471"/>
            <a:ext cx="4276741" cy="2166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885" y="4031565"/>
            <a:ext cx="4006799" cy="224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7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B8E4DA-F373-91EF-ADBD-A45F2151BAF7}"/>
              </a:ext>
            </a:extLst>
          </p:cNvPr>
          <p:cNvSpPr txBox="1"/>
          <p:nvPr/>
        </p:nvSpPr>
        <p:spPr>
          <a:xfrm>
            <a:off x="1096296" y="385845"/>
            <a:ext cx="9999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Missing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945EB-13B7-66A2-F954-58AF68636448}"/>
              </a:ext>
            </a:extLst>
          </p:cNvPr>
          <p:cNvSpPr txBox="1"/>
          <p:nvPr/>
        </p:nvSpPr>
        <p:spPr>
          <a:xfrm>
            <a:off x="983226" y="1179870"/>
            <a:ext cx="987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data in the Flight dataset occurs mainly in time and delay-related columns due to cancelled or incomplete flight records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75E013-C0B4-1A86-C421-D2F79CB5F3FE}"/>
              </a:ext>
            </a:extLst>
          </p:cNvPr>
          <p:cNvSpPr txBox="1"/>
          <p:nvPr/>
        </p:nvSpPr>
        <p:spPr>
          <a:xfrm>
            <a:off x="983226" y="1828562"/>
            <a:ext cx="9871588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Columns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missing values: 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dep_time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(8,255)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dep_delay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(8,255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arr_time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8,713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arr_delay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(9,430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air_time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9,430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tailnum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(2,512)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Retained missing rows for cancelled flights to preserve real-world data distribution.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Filled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some </a:t>
            </a:r>
            <a:r>
              <a:rPr lang="en-US" altLang="en-US" sz="1600" dirty="0" err="1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dep_delay</a:t>
            </a:r>
            <a:r>
              <a:rPr lang="en-US" altLang="en-US" sz="16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1600" dirty="0" err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arr_delay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values with 0, assuming no delay when not provided</a:t>
            </a:r>
            <a:r>
              <a:rPr lang="en-US" altLang="en-US" sz="1800" dirty="0" smtClean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BCE99-DF71-8A5A-23E1-74FEAE6E5F42}"/>
              </a:ext>
            </a:extLst>
          </p:cNvPr>
          <p:cNvSpPr txBox="1"/>
          <p:nvPr/>
        </p:nvSpPr>
        <p:spPr>
          <a:xfrm>
            <a:off x="1039760" y="3640647"/>
            <a:ext cx="9999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Duplicates: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7509A-8623-CEE9-2D58-A8BD7BF21607}"/>
              </a:ext>
            </a:extLst>
          </p:cNvPr>
          <p:cNvSpPr txBox="1"/>
          <p:nvPr/>
        </p:nvSpPr>
        <p:spPr>
          <a:xfrm>
            <a:off x="1039760" y="4431636"/>
            <a:ext cx="9886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Duplicates are repeated records in the dataset that can inflate counts and bias analysis.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B5D1FD-38ED-C9D1-DF23-B3EF9796577E}"/>
              </a:ext>
            </a:extLst>
          </p:cNvPr>
          <p:cNvSpPr txBox="1"/>
          <p:nvPr/>
        </p:nvSpPr>
        <p:spPr>
          <a:xfrm>
            <a:off x="1096296" y="4945626"/>
            <a:ext cx="9758518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altLang="en-US" sz="1600" dirty="0" err="1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d.duplicated</a:t>
            </a:r>
            <a:r>
              <a:rPr lang="en-US" altLang="en-US" sz="16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().sum() to detect exact duplicate rows</a:t>
            </a:r>
            <a:r>
              <a:rPr lang="en-US" altLang="en-US" sz="16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en-US" sz="1600" dirty="0" smtClean="0">
                <a:solidFill>
                  <a:schemeClr val="tx1"/>
                </a:solidFill>
              </a:rPr>
              <a:t>.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smtClean="0">
                <a:solidFill>
                  <a:schemeClr val="tx1"/>
                </a:solidFill>
              </a:rPr>
              <a:t>Ensures </a:t>
            </a:r>
            <a:r>
              <a:rPr lang="en-US" altLang="en-US" sz="1600" dirty="0">
                <a:solidFill>
                  <a:schemeClr val="tx1"/>
                </a:solidFill>
              </a:rPr>
              <a:t>dataset remains clean without redundancy.</a:t>
            </a:r>
          </a:p>
        </p:txBody>
      </p:sp>
    </p:spTree>
    <p:extLst>
      <p:ext uri="{BB962C8B-B14F-4D97-AF65-F5344CB8AC3E}">
        <p14:creationId xmlns:p14="http://schemas.microsoft.com/office/powerpoint/2010/main" val="261610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A6AB5-C900-65C2-6EFC-805A6B9E3145}"/>
              </a:ext>
            </a:extLst>
          </p:cNvPr>
          <p:cNvSpPr txBox="1"/>
          <p:nvPr/>
        </p:nvSpPr>
        <p:spPr>
          <a:xfrm>
            <a:off x="884902" y="643756"/>
            <a:ext cx="9783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Fixing Inconsistencies in Categorical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2144F-2F17-4AE8-92E1-6CB8B0B6C03C}"/>
              </a:ext>
            </a:extLst>
          </p:cNvPr>
          <p:cNvSpPr txBox="1"/>
          <p:nvPr/>
        </p:nvSpPr>
        <p:spPr>
          <a:xfrm>
            <a:off x="1022554" y="1480998"/>
            <a:ext cx="9783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Inconsistencies occur when the same category is represented in multiple forms due to formatting differences.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E8614-BD80-A8ED-9709-D6B65B9DF07D}"/>
              </a:ext>
            </a:extLst>
          </p:cNvPr>
          <p:cNvSpPr txBox="1"/>
          <p:nvPr/>
        </p:nvSpPr>
        <p:spPr>
          <a:xfrm>
            <a:off x="884902" y="3165366"/>
            <a:ext cx="9783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 Conversion: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1E8AAE-2F12-EBFF-DAAC-38CECB0A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452" y="2036164"/>
            <a:ext cx="97830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Standardized categorical fields like carrier, origin, and destination to remove variations.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Cleaned extra spaces, capitalization issues, and irregular values for consistency.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4D486-C404-6CE2-7210-1C234B5E0B1B}"/>
              </a:ext>
            </a:extLst>
          </p:cNvPr>
          <p:cNvSpPr txBox="1"/>
          <p:nvPr/>
        </p:nvSpPr>
        <p:spPr>
          <a:xfrm>
            <a:off x="1204452" y="4505253"/>
            <a:ext cx="9645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Converted </a:t>
            </a:r>
            <a:r>
              <a:rPr lang="en-US" sz="1600" dirty="0" err="1" smtClean="0"/>
              <a:t>time_hour</a:t>
            </a:r>
            <a:r>
              <a:rPr lang="en-US" sz="1600" dirty="0" smtClean="0"/>
              <a:t> </a:t>
            </a:r>
            <a:r>
              <a:rPr lang="en-US" sz="1600" dirty="0"/>
              <a:t>and </a:t>
            </a:r>
            <a:r>
              <a:rPr lang="en-US" sz="1600" dirty="0" err="1"/>
              <a:t>arr_time</a:t>
            </a:r>
            <a:r>
              <a:rPr lang="en-US" sz="1600" dirty="0"/>
              <a:t> columns to </a:t>
            </a:r>
            <a:r>
              <a:rPr lang="en-US" sz="1600" dirty="0" err="1"/>
              <a:t>datetime</a:t>
            </a:r>
            <a:r>
              <a:rPr lang="en-US" sz="1600" dirty="0"/>
              <a:t> format to enable time-based </a:t>
            </a:r>
            <a:r>
              <a:rPr lang="en-US" sz="1600" dirty="0" smtClean="0"/>
              <a:t>trend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Verified </a:t>
            </a:r>
            <a:r>
              <a:rPr lang="en-US" sz="1600" dirty="0"/>
              <a:t>that </a:t>
            </a:r>
            <a:r>
              <a:rPr lang="en-US" sz="1600" dirty="0" err="1"/>
              <a:t>dep_delay</a:t>
            </a:r>
            <a:r>
              <a:rPr lang="en-US" sz="1600" dirty="0"/>
              <a:t> and </a:t>
            </a:r>
            <a:r>
              <a:rPr lang="en-US" sz="1600" dirty="0" err="1"/>
              <a:t>arr_delay</a:t>
            </a:r>
            <a:r>
              <a:rPr lang="en-US" sz="1600" dirty="0"/>
              <a:t> columns are in numeric format for accurate statistical and correlation analysis.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33DA9-F995-DE45-3711-7EE0BD98D101}"/>
              </a:ext>
            </a:extLst>
          </p:cNvPr>
          <p:cNvSpPr txBox="1"/>
          <p:nvPr/>
        </p:nvSpPr>
        <p:spPr>
          <a:xfrm>
            <a:off x="644010" y="5290596"/>
            <a:ext cx="9748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F9999-D2E0-6597-638E-357A95CD884C}"/>
              </a:ext>
            </a:extLst>
          </p:cNvPr>
          <p:cNvSpPr txBox="1"/>
          <p:nvPr/>
        </p:nvSpPr>
        <p:spPr>
          <a:xfrm>
            <a:off x="1022554" y="3911872"/>
            <a:ext cx="9507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 conversion ensures columns are stored in the correct format for accurate analysis.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91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F393091-7849-4A25-624D-D86AC7694027}"/>
              </a:ext>
            </a:extLst>
          </p:cNvPr>
          <p:cNvSpPr txBox="1"/>
          <p:nvPr/>
        </p:nvSpPr>
        <p:spPr>
          <a:xfrm>
            <a:off x="737419" y="422787"/>
            <a:ext cx="10481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E04C2-D989-0255-84C0-A2D42707F4B0}"/>
              </a:ext>
            </a:extLst>
          </p:cNvPr>
          <p:cNvSpPr txBox="1"/>
          <p:nvPr/>
        </p:nvSpPr>
        <p:spPr>
          <a:xfrm>
            <a:off x="737419" y="1209368"/>
            <a:ext cx="10481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 examines a single variable at a time to understand its distribution and frequency.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BC2E2-62E9-0E30-9EDE-21250E47A0AB}"/>
              </a:ext>
            </a:extLst>
          </p:cNvPr>
          <p:cNvSpPr txBox="1"/>
          <p:nvPr/>
        </p:nvSpPr>
        <p:spPr>
          <a:xfrm>
            <a:off x="653143" y="1749728"/>
            <a:ext cx="105654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Distribution of arrival delays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Most frequent airlines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Share of flights by origin airport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Flight distance distribution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104" y="1757669"/>
            <a:ext cx="4405387" cy="23847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56" y="4132830"/>
            <a:ext cx="4157749" cy="24402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682" y="4114894"/>
            <a:ext cx="3766751" cy="2560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727" y="4349848"/>
            <a:ext cx="3371897" cy="209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3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179CE1-D882-02EF-C281-E308ED7D5CB3}"/>
              </a:ext>
            </a:extLst>
          </p:cNvPr>
          <p:cNvSpPr txBox="1"/>
          <p:nvPr/>
        </p:nvSpPr>
        <p:spPr>
          <a:xfrm>
            <a:off x="514119" y="439669"/>
            <a:ext cx="1001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15CB0-39C5-A822-AEFF-D244A66482E1}"/>
              </a:ext>
            </a:extLst>
          </p:cNvPr>
          <p:cNvSpPr txBox="1"/>
          <p:nvPr/>
        </p:nvSpPr>
        <p:spPr>
          <a:xfrm>
            <a:off x="561473" y="1183150"/>
            <a:ext cx="10892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 studies the relationship between two variables to identify associations, trends, or dependencies.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3E30E-6D6A-44EE-AB97-18D22E833C70}"/>
              </a:ext>
            </a:extLst>
          </p:cNvPr>
          <p:cNvSpPr txBox="1"/>
          <p:nvPr/>
        </p:nvSpPr>
        <p:spPr>
          <a:xfrm>
            <a:off x="514119" y="1610362"/>
            <a:ext cx="10892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Numerical vs Numerical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2E8B8-83EE-E452-7CE7-4E0FD7964C5D}"/>
              </a:ext>
            </a:extLst>
          </p:cNvPr>
          <p:cNvSpPr txBox="1"/>
          <p:nvPr/>
        </p:nvSpPr>
        <p:spPr>
          <a:xfrm>
            <a:off x="561473" y="2160686"/>
            <a:ext cx="10475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+mn-lt"/>
              </a:rPr>
              <a:t>Distance vs Air Time.--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+mn-lt"/>
              </a:rPr>
              <a:t>Departure Delay vs Arrival Delay</a:t>
            </a:r>
            <a:endParaRPr lang="en-IN" sz="16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8" y="2745462"/>
            <a:ext cx="4709234" cy="28770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317" y="2596389"/>
            <a:ext cx="5513471" cy="3026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2433" y="5803641"/>
            <a:ext cx="10169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Insights:</a:t>
            </a:r>
          </a:p>
          <a:p>
            <a:r>
              <a:rPr lang="en-IN" dirty="0" smtClean="0"/>
              <a:t>Strong linear relationship-longest flights take more time</a:t>
            </a:r>
          </a:p>
          <a:p>
            <a:r>
              <a:rPr lang="en-IN" dirty="0" smtClean="0"/>
              <a:t>Flights leaving late usually arrive late too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3273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452" y="1510465"/>
            <a:ext cx="6176212" cy="34355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3433" y="780552"/>
            <a:ext cx="7347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Average Departure Delay by Hour of the Day</a:t>
            </a: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411705" y="5390147"/>
            <a:ext cx="9127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Insights:</a:t>
            </a:r>
          </a:p>
          <a:p>
            <a:r>
              <a:rPr lang="en-IN" dirty="0" smtClean="0"/>
              <a:t>Early morning flights are usually on time</a:t>
            </a:r>
          </a:p>
          <a:p>
            <a:r>
              <a:rPr lang="en-IN" dirty="0" smtClean="0"/>
              <a:t>Delays increase toward evening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69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DC401D-A9A4-F40A-B658-1F59823D6284}"/>
              </a:ext>
            </a:extLst>
          </p:cNvPr>
          <p:cNvSpPr txBox="1"/>
          <p:nvPr/>
        </p:nvSpPr>
        <p:spPr>
          <a:xfrm>
            <a:off x="497822" y="308422"/>
            <a:ext cx="10796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Categorical vs Categorical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D1170-74BD-8383-7589-8B1C937A1E2D}"/>
              </a:ext>
            </a:extLst>
          </p:cNvPr>
          <p:cNvSpPr txBox="1"/>
          <p:nvPr/>
        </p:nvSpPr>
        <p:spPr>
          <a:xfrm>
            <a:off x="497821" y="927970"/>
            <a:ext cx="10796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+mn-lt"/>
              </a:rPr>
              <a:t>Flights operated by each carrier from different origins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+mn-lt"/>
              </a:rPr>
              <a:t>Flights distribution by </a:t>
            </a:r>
            <a:r>
              <a:rPr lang="en-US" sz="1600" dirty="0" err="1" smtClean="0">
                <a:latin typeface="+mn-lt"/>
              </a:rPr>
              <a:t>DayOfWeek</a:t>
            </a:r>
            <a:r>
              <a:rPr lang="en-US" sz="1600" dirty="0" smtClean="0">
                <a:latin typeface="+mn-lt"/>
              </a:rPr>
              <a:t> and Origin</a:t>
            </a:r>
            <a:endParaRPr lang="en-IN" sz="16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35D0C-926C-1E5A-F46A-CC52F92AA4BD}"/>
              </a:ext>
            </a:extLst>
          </p:cNvPr>
          <p:cNvSpPr txBox="1"/>
          <p:nvPr/>
        </p:nvSpPr>
        <p:spPr>
          <a:xfrm>
            <a:off x="2399071" y="1622323"/>
            <a:ext cx="2241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Count plot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0494E5-CF26-739C-A7D0-AF54FC4B175B}"/>
              </a:ext>
            </a:extLst>
          </p:cNvPr>
          <p:cNvSpPr txBox="1"/>
          <p:nvPr/>
        </p:nvSpPr>
        <p:spPr>
          <a:xfrm>
            <a:off x="8583561" y="1587261"/>
            <a:ext cx="178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Crosstab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253" y="2406316"/>
            <a:ext cx="5308060" cy="3006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4" y="2285899"/>
            <a:ext cx="5984870" cy="3241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2105" y="5710989"/>
            <a:ext cx="10315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Insights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Major </a:t>
            </a:r>
            <a:r>
              <a:rPr lang="en-US" dirty="0"/>
              <a:t>carriers like UA, B6, and DL dominate specific origin airports, showing strong hub-based </a:t>
            </a:r>
            <a:r>
              <a:rPr lang="en-US" dirty="0" smtClean="0"/>
              <a:t>operations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Flight counts from all three origins are steady during weekdays but drop sharply on Saturday, showing lower weekend demand across EWR, JFK, and LGA.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76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D265E-6672-395E-D0C3-089E0AE32506}"/>
              </a:ext>
            </a:extLst>
          </p:cNvPr>
          <p:cNvSpPr txBox="1"/>
          <p:nvPr/>
        </p:nvSpPr>
        <p:spPr>
          <a:xfrm>
            <a:off x="593558" y="391543"/>
            <a:ext cx="10764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Numerical vs Categorical: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7428E-ED2E-EE54-2B86-C0C3BB20439A}"/>
              </a:ext>
            </a:extLst>
          </p:cNvPr>
          <p:cNvSpPr txBox="1"/>
          <p:nvPr/>
        </p:nvSpPr>
        <p:spPr>
          <a:xfrm>
            <a:off x="593557" y="988730"/>
            <a:ext cx="10764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Departure Delay by Airline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Numbr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 Flights by Airline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21" y="1994934"/>
            <a:ext cx="4677307" cy="29196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269" y="1940035"/>
            <a:ext cx="5000208" cy="2788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3136" y="5149815"/>
            <a:ext cx="9573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Insights:</a:t>
            </a:r>
          </a:p>
          <a:p>
            <a:endParaRPr lang="en-IN" b="1" dirty="0" smtClean="0"/>
          </a:p>
          <a:p>
            <a:r>
              <a:rPr lang="en-IN" dirty="0" smtClean="0"/>
              <a:t>UA airlines operates the most flights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01374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50506"/>
            <a:ext cx="10515600" cy="5626457"/>
          </a:xfrm>
        </p:spPr>
        <p:txBody>
          <a:bodyPr>
            <a:normAutofit/>
          </a:bodyPr>
          <a:lstStyle/>
          <a:p>
            <a:endParaRPr lang="en-IN" sz="1400" dirty="0" smtClean="0"/>
          </a:p>
          <a:p>
            <a:pPr marL="114300" indent="0">
              <a:buNone/>
            </a:pPr>
            <a:r>
              <a:rPr lang="en-IN" b="1" dirty="0" smtClean="0"/>
              <a:t>Numerical vs Categorical</a:t>
            </a:r>
          </a:p>
          <a:p>
            <a:r>
              <a:rPr lang="en-IN" sz="1400" dirty="0" smtClean="0"/>
              <a:t>Origin vs Average Departure Delay</a:t>
            </a:r>
          </a:p>
          <a:p>
            <a:r>
              <a:rPr lang="en-IN" sz="1400" dirty="0" smtClean="0"/>
              <a:t>Airline vs Average Arrival Delay</a:t>
            </a:r>
            <a:endParaRPr lang="en-IN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0" y="2142702"/>
            <a:ext cx="4573277" cy="31369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683" y="2469387"/>
            <a:ext cx="5160707" cy="3039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4655" y="5279685"/>
            <a:ext cx="10002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Insights:</a:t>
            </a:r>
          </a:p>
          <a:p>
            <a:pPr marL="285750" indent="-285750">
              <a:buFontTx/>
              <a:buChar char="-"/>
            </a:pPr>
            <a:r>
              <a:rPr lang="en-IN" dirty="0" smtClean="0"/>
              <a:t>Reveals which airport is more delay-prone.</a:t>
            </a:r>
          </a:p>
          <a:p>
            <a:pPr marL="285750" indent="-285750">
              <a:buFontTx/>
              <a:buChar char="-"/>
            </a:pPr>
            <a:r>
              <a:rPr lang="en-IN" dirty="0" err="1" smtClean="0"/>
              <a:t>Indentifies</a:t>
            </a:r>
            <a:r>
              <a:rPr lang="en-IN" dirty="0" smtClean="0"/>
              <a:t> which airlines are more punctual or prone to delays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666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5C024-4D9D-78FA-6906-B8FBED6BC0B1}"/>
              </a:ext>
            </a:extLst>
          </p:cNvPr>
          <p:cNvSpPr txBox="1"/>
          <p:nvPr/>
        </p:nvSpPr>
        <p:spPr>
          <a:xfrm>
            <a:off x="593557" y="302476"/>
            <a:ext cx="1055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4870A-F080-9B3D-0A5B-B5A5770184EA}"/>
              </a:ext>
            </a:extLst>
          </p:cNvPr>
          <p:cNvSpPr txBox="1"/>
          <p:nvPr/>
        </p:nvSpPr>
        <p:spPr>
          <a:xfrm>
            <a:off x="593556" y="948807"/>
            <a:ext cx="10555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 explores relationships among three or more variables simultaneously.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DEA3D-65D0-6C68-B7E6-F6E8F5AACA27}"/>
              </a:ext>
            </a:extLst>
          </p:cNvPr>
          <p:cNvSpPr txBox="1"/>
          <p:nvPr/>
        </p:nvSpPr>
        <p:spPr>
          <a:xfrm>
            <a:off x="593555" y="1287361"/>
            <a:ext cx="10555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+mn-lt"/>
              </a:rPr>
              <a:t>Relationship among key Numeric Variables.</a:t>
            </a:r>
            <a:endParaRPr lang="en-US" sz="16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+mn-lt"/>
              </a:rPr>
              <a:t>Airline vs </a:t>
            </a:r>
            <a:r>
              <a:rPr lang="en-US" sz="1600" dirty="0" err="1" smtClean="0">
                <a:latin typeface="+mn-lt"/>
              </a:rPr>
              <a:t>DayOfWeek</a:t>
            </a:r>
            <a:r>
              <a:rPr lang="en-US" sz="1600" dirty="0" smtClean="0">
                <a:latin typeface="+mn-lt"/>
              </a:rPr>
              <a:t>.</a:t>
            </a:r>
            <a:endParaRPr lang="en-IN" sz="1600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45" y="2118358"/>
            <a:ext cx="4242336" cy="33589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621" y="1973424"/>
            <a:ext cx="4655419" cy="3530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4187" y="5503675"/>
            <a:ext cx="10315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Insights:</a:t>
            </a:r>
          </a:p>
          <a:p>
            <a:pPr marL="285750" indent="-285750">
              <a:buFontTx/>
              <a:buChar char="-"/>
            </a:pPr>
            <a:r>
              <a:rPr lang="en-IN" dirty="0" smtClean="0"/>
              <a:t>Strong linear pattern between distance and airtime and between </a:t>
            </a:r>
            <a:r>
              <a:rPr lang="en-IN" dirty="0" err="1" smtClean="0"/>
              <a:t>dep_delay</a:t>
            </a:r>
            <a:r>
              <a:rPr lang="en-IN" dirty="0" smtClean="0"/>
              <a:t> and </a:t>
            </a:r>
            <a:r>
              <a:rPr lang="en-IN" dirty="0" err="1" smtClean="0"/>
              <a:t>arr_delay</a:t>
            </a:r>
            <a:r>
              <a:rPr lang="en-IN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highest values (shown in deep red) occur towards the middle to end of the week (e.g., Day 4 and Day 5), suggesting certain days consistently experience later average arrivals, likely due to operational congestion or scheduling patterns.</a:t>
            </a:r>
            <a:endParaRPr lang="en-IN" dirty="0" smtClean="0"/>
          </a:p>
          <a:p>
            <a:pPr marL="285750" indent="-285750">
              <a:buFontTx/>
              <a:buChar char="-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695270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Insights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96439"/>
            <a:ext cx="10515600" cy="4180523"/>
          </a:xfrm>
        </p:spPr>
        <p:txBody>
          <a:bodyPr>
            <a:normAutofit/>
          </a:bodyPr>
          <a:lstStyle/>
          <a:p>
            <a:r>
              <a:rPr lang="en-US" sz="2000" b="1" dirty="0"/>
              <a:t>United Airlines (UA)</a:t>
            </a:r>
            <a:r>
              <a:rPr lang="en-US" sz="2000" dirty="0"/>
              <a:t> operates the highest number of flights, primarily from </a:t>
            </a:r>
            <a:r>
              <a:rPr lang="en-US" sz="2000" b="1" dirty="0"/>
              <a:t>EWR</a:t>
            </a:r>
            <a:r>
              <a:rPr lang="en-US" sz="2000" dirty="0"/>
              <a:t>, showing it as the main operational hub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Evening flights</a:t>
            </a:r>
            <a:r>
              <a:rPr lang="en-US" sz="2000" dirty="0"/>
              <a:t> tend to have higher delays compared to morning flights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Midweek days</a:t>
            </a:r>
            <a:r>
              <a:rPr lang="en-US" sz="2000" dirty="0"/>
              <a:t> show consistent flight activity, while weekends drop slightly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Distance and air time</a:t>
            </a:r>
            <a:r>
              <a:rPr lang="en-US" sz="2000" dirty="0"/>
              <a:t> are strongly correlated — longer flights take proportionally more time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Departure delays and arrival delays</a:t>
            </a:r>
            <a:r>
              <a:rPr lang="en-US" sz="2000" dirty="0"/>
              <a:t> are closely linked — showing how small scheduling issues can ripple through the system.”</a:t>
            </a:r>
          </a:p>
        </p:txBody>
      </p:sp>
    </p:spTree>
    <p:extLst>
      <p:ext uri="{BB962C8B-B14F-4D97-AF65-F5344CB8AC3E}">
        <p14:creationId xmlns:p14="http://schemas.microsoft.com/office/powerpoint/2010/main" val="302836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C65F-089E-5CDF-17BA-3958554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26" y="593725"/>
            <a:ext cx="8450334" cy="80530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8E0875-59D9-11CA-F3F8-8C8866CDA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67259" y="2474730"/>
            <a:ext cx="91104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/>
              <a:t>To conclude, the flight dataset reflects </a:t>
            </a:r>
            <a:r>
              <a:rPr lang="en-US" sz="2000" b="1" dirty="0"/>
              <a:t>real-world airline patterns</a:t>
            </a:r>
            <a:r>
              <a:rPr lang="en-US" sz="2000" dirty="0"/>
              <a:t> —</a:t>
            </a:r>
            <a:br>
              <a:rPr lang="en-US" sz="2000" dirty="0"/>
            </a:br>
            <a:r>
              <a:rPr lang="en-US" sz="2000" dirty="0"/>
              <a:t>Certain months and days see heavier traffic, major hubs handle most flights, and delays are influenced more by </a:t>
            </a:r>
            <a:r>
              <a:rPr lang="en-US" sz="2000" b="1" dirty="0"/>
              <a:t>airport congestion and timing</a:t>
            </a:r>
            <a:r>
              <a:rPr lang="en-US" sz="2000" dirty="0"/>
              <a:t> rather than route distance.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940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68E8-E2D9-8CFC-1310-8F442C373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4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D0F849-5804-EDAD-1738-9B58D4F09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2949" y="2861275"/>
            <a:ext cx="997820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/>
              <a:t>Looking forward, this analysis could be extended to build predictive or interactive </a:t>
            </a:r>
            <a:r>
              <a:rPr lang="en-US" sz="2000" dirty="0" smtClean="0"/>
              <a:t>tools: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000" dirty="0"/>
              <a:t>A </a:t>
            </a:r>
            <a:r>
              <a:rPr lang="en-US" sz="2000" b="1" dirty="0"/>
              <a:t>Flight Delay Prediction </a:t>
            </a:r>
            <a:r>
              <a:rPr lang="en-US" sz="2000" b="1" dirty="0" smtClean="0"/>
              <a:t>Model </a:t>
            </a:r>
            <a:r>
              <a:rPr lang="en-US" sz="2000" dirty="0" smtClean="0"/>
              <a:t>using </a:t>
            </a:r>
            <a:r>
              <a:rPr lang="en-US" sz="2000" dirty="0"/>
              <a:t>airline, route, and time factors</a:t>
            </a:r>
            <a:r>
              <a:rPr lang="en-US" sz="2000" dirty="0" smtClean="0"/>
              <a:t>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000" dirty="0"/>
              <a:t>A </a:t>
            </a:r>
            <a:r>
              <a:rPr lang="en-US" sz="2000" b="1" dirty="0"/>
              <a:t>Route </a:t>
            </a:r>
            <a:r>
              <a:rPr lang="en-US" sz="2000" b="1" dirty="0" smtClean="0"/>
              <a:t>Optimization </a:t>
            </a:r>
            <a:r>
              <a:rPr lang="en-US" sz="2000" b="1" dirty="0"/>
              <a:t>Tool</a:t>
            </a:r>
            <a:r>
              <a:rPr lang="en-US" sz="2000" dirty="0"/>
              <a:t> to reduce fuel and delay </a:t>
            </a:r>
            <a:r>
              <a:rPr lang="en-US" sz="2000" dirty="0" smtClean="0"/>
              <a:t>times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000" dirty="0"/>
              <a:t>A </a:t>
            </a:r>
            <a:r>
              <a:rPr lang="en-US" sz="2000" b="1" dirty="0"/>
              <a:t>Performance Dashboard</a:t>
            </a:r>
            <a:r>
              <a:rPr lang="en-US" sz="2000" dirty="0"/>
              <a:t> for real-time airline </a:t>
            </a:r>
            <a:r>
              <a:rPr lang="en-US" sz="2000" dirty="0" smtClean="0"/>
              <a:t>monitoring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000" dirty="0"/>
              <a:t>Or even a </a:t>
            </a:r>
            <a:r>
              <a:rPr lang="en-US" sz="2000" b="1" dirty="0"/>
              <a:t>Passenger Demand Forecasting Model</a:t>
            </a:r>
            <a:r>
              <a:rPr lang="en-US" sz="2000" dirty="0"/>
              <a:t> for better </a:t>
            </a:r>
            <a:r>
              <a:rPr lang="en-US" sz="2000" dirty="0" smtClean="0"/>
              <a:t>planning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556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1142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87368"/>
            <a:ext cx="4465642" cy="118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1145</Words>
  <Application>Microsoft Office PowerPoint</Application>
  <PresentationFormat>Widescreen</PresentationFormat>
  <Paragraphs>137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Wingdings</vt:lpstr>
      <vt:lpstr>Libre Baskerville</vt:lpstr>
      <vt:lpstr>Times New Roman</vt:lpstr>
      <vt:lpstr>Calibri</vt:lpstr>
      <vt:lpstr>Arial</vt:lpstr>
      <vt:lpstr>Lato Black</vt:lpstr>
      <vt:lpstr>Office Theme</vt:lpstr>
      <vt:lpstr>Presented By: Kutikuppala Likhita</vt:lpstr>
      <vt:lpstr>PowerPoint Presentation</vt:lpstr>
      <vt:lpstr>Flight Dataset Analysis</vt:lpstr>
      <vt:lpstr>Understanding the Columns</vt:lpstr>
      <vt:lpstr>PowerPoint Presentation</vt:lpstr>
      <vt:lpstr>PowerPoint Presentation</vt:lpstr>
      <vt:lpstr>After handling outliers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</vt:lpstr>
      <vt:lpstr>Conclusion</vt:lpstr>
      <vt:lpstr>Future Scope: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ASUS</cp:lastModifiedBy>
  <cp:revision>37</cp:revision>
  <dcterms:created xsi:type="dcterms:W3CDTF">2021-02-16T05:19:01Z</dcterms:created>
  <dcterms:modified xsi:type="dcterms:W3CDTF">2025-11-08T04:21:35Z</dcterms:modified>
</cp:coreProperties>
</file>